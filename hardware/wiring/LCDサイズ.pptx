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>
      <p:cViewPr>
        <p:scale>
          <a:sx n="236" d="100"/>
          <a:sy n="236" d="100"/>
        </p:scale>
        <p:origin x="144" y="-4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6F631-C388-244B-8BD9-00E8CAB5CA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6CE24-9ADA-184B-9CD4-F8C721352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2646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6CE24-9ADA-184B-9CD4-F8C721352B9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01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2A1A0-B881-04E8-2B7A-755118F50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C70989-AB85-A51B-2AE8-AD2F8298D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05F29F-9E0C-B868-A6BE-56834728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8568B9-1908-40EF-479D-3D34316D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CE4B0-B51B-2124-1CD1-2F5B9C1B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63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5D093C-2ED7-A78C-CC5F-4CD16310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96A1EE-3ADC-E450-2434-8D2DC3BAD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FD33AB-5805-EC0D-334A-78B34E27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6F0E13-0663-6BE6-0102-F30B78E4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F2F31D-45F4-C816-FDC8-297A3E95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12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4EB54D-DA6B-B6F1-6037-4318A8F4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8D3F65-B953-031A-BCA5-F278060D9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A490F3-00D0-1BDE-ABD2-C8A44CDAA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07B45-F724-AFE9-2986-E421FD0C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737F3F-4CE7-F294-E27C-D3026BC91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1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20FE25-F932-9243-484B-9A66DD94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2E3314-7DC2-19AE-1967-0E3DE2D07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C4D081-7D66-17BF-FD9A-8BFB108C4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BB0F72-B35B-E217-617A-E42D0DCA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612E34-27C5-D71A-DB8D-5DFF6364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1CF2AD-9E88-98B7-24DE-1BAD4909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22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F9696A-1BDC-DF06-B51A-4717ABD3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08CDEA-4A72-F83A-8CD5-BDE008894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EA9EB0-4891-B249-7837-C9148FA38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78B1D9C-9842-BF80-346E-B4DEBF29F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2EA33D-E971-4CA3-3D6A-7B65B28BC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D3AC91-C989-88ED-4F9B-BEB3834D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A28A44-D9BA-C97C-E1C2-7A0B1AD8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DDEFBD-C7C4-7A38-22E6-4541AA52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919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0897E-E566-275E-B9D6-FD404C50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1DCDAB-742C-3026-92A3-8A66D52F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3C1E20-BF11-AD7D-EDCB-0251493B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717D74-835D-785F-4E62-566CC318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28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4C841A-F18B-4AE6-AFBB-924FEC208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C41A8F-4486-5927-F1D5-E5FAD6F8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44514F-BFAB-391B-9653-C290B209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99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E08F90-8524-A86B-6260-028FF438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55B673-2F50-E0C7-7686-E8CF2EA1F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E680BF-DA65-526C-317E-62B64645A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E0DE0C-D92B-9725-B944-A939AE03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2D57AC-64FE-8CC9-24A2-3B842967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2D2627-2455-DF8F-C5A0-A5E47848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154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FDC5F6-DA42-7F02-2F82-882074169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4998610-06A3-7C52-7329-A99077902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8547CA-976F-7F18-3129-FF833740B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0D7036-0B66-8EF2-4337-706C4260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B2F99F-47CF-4567-6E74-131F7D6F6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144CB1-59F5-1D7D-41A5-92CC2C73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74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8F68C-4F67-705B-6A2A-B26981B6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093CF7-A123-5A69-F84A-388F13B4D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6A739-F2A1-211C-2682-453597FE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F2CA6A-07AE-EA79-76FD-13123588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D12107-4B6B-57E9-F7E7-DE4FBFDE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6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725221-9B24-E229-9A64-A041489DE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9E320A-9044-1CC4-A922-CFDB85E5A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B5ABFE-DEBD-C8FF-AC72-7DF4D177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B4E471-765F-1F75-C865-E3D42B2E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7EFB0E-8E28-8613-8ACD-73A3617C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69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2385E2D-AEF8-BCB6-D5FB-ACBF2137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5750FB-847A-F8AA-1E43-6057B3169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1166F8-7A3D-92D7-569A-B81EB00BD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41DC5-2FD6-A643-BD51-B372914923AB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70D177-BF8C-6ABE-B1DA-D148EE0D7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889856-BBAD-5000-6D5D-4FA002ED7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DB6C0-DB89-9146-B983-D1A2C5E010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3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8BB83A1-946C-3687-670E-B4E5BEC5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599" y="537299"/>
            <a:ext cx="1401917" cy="514783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46D47E9-A4EC-394D-00A6-26800BFFF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309" b="34144"/>
          <a:stretch>
            <a:fillRect/>
          </a:stretch>
        </p:blipFill>
        <p:spPr>
          <a:xfrm>
            <a:off x="0" y="0"/>
            <a:ext cx="6693790" cy="60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58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</Words>
  <Application>Microsoft Macintosh PowerPoint</Application>
  <PresentationFormat>ワイド画面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 Light</vt:lpstr>
      <vt:lpstr>Arial</vt:lpstr>
      <vt:lpstr>游ゴシック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Shibuya</dc:creator>
  <cp:lastModifiedBy>S. Shibuya</cp:lastModifiedBy>
  <cp:revision>1</cp:revision>
  <dcterms:created xsi:type="dcterms:W3CDTF">2026-08-09T07:44:15Z</dcterms:created>
  <dcterms:modified xsi:type="dcterms:W3CDTF">2026-08-09T12:55:35Z</dcterms:modified>
</cp:coreProperties>
</file>