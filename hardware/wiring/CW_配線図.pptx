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1" r:id="rId4"/>
    <p:sldId id="262" r:id="rId5"/>
    <p:sldId id="260" r:id="rId6"/>
    <p:sldId id="263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AB794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064"/>
  </p:normalViewPr>
  <p:slideViewPr>
    <p:cSldViewPr snapToGrid="0">
      <p:cViewPr>
        <p:scale>
          <a:sx n="133" d="100"/>
          <a:sy n="133" d="100"/>
        </p:scale>
        <p:origin x="14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2B9C9E-AA1A-8049-ABEE-2FB42A8F9FE8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144645-71D6-AB40-BAFD-68D7F7B55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787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44645-71D6-AB40-BAFD-68D7F7B55E3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5317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44645-71D6-AB40-BAFD-68D7F7B55E3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278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FCDBBB-0899-3F00-AC36-CE636EDFC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BD798F5-C526-90EB-E82C-8C083F03E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F13FEA-D0C0-D701-D7D3-F9BED135D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4438A2-8629-68F0-21FD-2721244B6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293B42-EFFA-23E7-20CF-CCD90934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618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636B7-2CD6-93BE-672F-C26B51697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3EB428-B734-3961-2F1A-086CBF15A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FCEA55-190A-DA42-7AC9-DC814B8A0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E75D1A-DB1C-743B-AA39-B509FD681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806D4D-E7CE-7DB7-FC4B-DBC515C3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776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243525-A5B7-3C40-2BCB-4E8B2A2B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341CBF-4671-D858-8928-2417387B1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308B35-EF33-CFB7-4833-BC1B6C74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97ED64-E0BB-4B9A-7AFF-65A8A086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509339-9E82-3217-8D3B-ED28C1715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779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5CA5A3-AEAE-EA90-2577-D410A365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631D46-F8D4-0140-ED39-5966100C7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DF041C-0A06-3490-A5B1-035C906D9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21D2BD-4B57-E3A2-26F4-A1EE7B168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8AA972-47C5-7895-0323-7492E3174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D2B930-7C34-9878-D8FB-E3693C013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2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9AF34E-F684-44D3-B6A9-4CDADD70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821C7D-B886-D0CC-7B8C-CFADA961F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480563-4DCB-DF34-E9C5-C89E2EFFE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4A091FF-B0A7-D846-F1BD-88D836426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AFF398C-3768-F74E-88B9-371853C17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FEE4B33-FC65-14F5-C7D3-B4A6F8AA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91FD044-2F5B-1851-CF8C-72120805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B9AF633-DA74-865A-C985-B5DD3C38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341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563A06-07E0-2C3D-9479-80D6DEB1E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CF1916-1E48-203C-DE84-D5126DF5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409C2D6-FDA6-D63F-92FC-732702B7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B3B2BEE-4E46-96BB-7FAD-615807F9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662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CF32CD1-8820-8D56-9281-99C1C91A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3E60CC2-16E0-30C7-8F56-34A96940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BA9E91-3864-58BB-E096-55853943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68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91811E-F178-3CE2-D99A-8E5C5E6D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52F2B0-E9C4-EE56-3105-94597AF2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6E8742-E22A-EC1B-1B72-521A5CB30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623112-1A1C-B61C-1D21-946BAB50C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62BAAA-5769-36F4-0D52-BE4E88FB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4247A2-7584-8BD7-2C13-D71A72CFA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706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750BBA-C1B5-7F63-8D41-56FB1BC4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E7745F4-5495-7E31-2626-6965E2E233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6205EB-8CEC-BC5F-9ECB-E45A89855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D4E9AE-085E-9797-B417-CD5FCD381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E9E26F-A41A-9A90-1E19-AF7CE739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F6D258-0D28-0F11-FAEF-811F5329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9053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F6E5F4-12F1-4F51-83DA-2F0B446B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9DB3AC7-C658-1818-77EC-82AAB7D6A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1BB6AA-9E38-904A-2579-36CE2F4D4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90069D-6D67-893F-F5AA-46A17948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C42DDD-51DB-8CD4-8C3D-B6F05716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427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89C4FD5-EA26-8C46-3116-BB0E97F24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3957D4-74EE-E478-F24E-F3517F0E8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A78A26-6D37-28D6-CFDF-BAF36FE76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836861-6C84-9F31-8524-F90D050FB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91A976-325E-9257-85CD-6060F307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8543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F5CB4B9-7FA9-0113-14D5-268E2ED7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1000C5-7C23-F202-B15B-6D52DFAE1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3D5077-E071-F477-6C34-0AF2985EC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C300-B740-C94B-9C7B-C964C90614B7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087923-AE48-50F0-5BAF-669A6F28B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E21451-2E44-EBA4-448B-F23CD7547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F0EE7-D0EA-D74A-82F6-093B98F41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67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図 45">
            <a:extLst>
              <a:ext uri="{FF2B5EF4-FFF2-40B4-BE49-F238E27FC236}">
                <a16:creationId xmlns:a16="http://schemas.microsoft.com/office/drawing/2014/main" id="{9E428D45-E43D-DD61-23C3-EABBD14FF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384" y="875235"/>
            <a:ext cx="2086759" cy="4065814"/>
          </a:xfrm>
          <a:prstGeom prst="rect">
            <a:avLst/>
          </a:prstGeom>
        </p:spPr>
      </p:pic>
      <p:pic>
        <p:nvPicPr>
          <p:cNvPr id="47" name="図 46">
            <a:extLst>
              <a:ext uri="{FF2B5EF4-FFF2-40B4-BE49-F238E27FC236}">
                <a16:creationId xmlns:a16="http://schemas.microsoft.com/office/drawing/2014/main" id="{0EEFB36C-FBED-DF97-A8C1-5DF3CE7F9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139532" y="827526"/>
            <a:ext cx="2446733" cy="3428998"/>
          </a:xfrm>
          <a:prstGeom prst="rect">
            <a:avLst/>
          </a:prstGeom>
        </p:spPr>
      </p:pic>
      <p:cxnSp>
        <p:nvCxnSpPr>
          <p:cNvPr id="52" name="カギ線コネクタ 51">
            <a:extLst>
              <a:ext uri="{FF2B5EF4-FFF2-40B4-BE49-F238E27FC236}">
                <a16:creationId xmlns:a16="http://schemas.microsoft.com/office/drawing/2014/main" id="{B700146B-A34B-3C3A-1D23-5377127F7616}"/>
              </a:ext>
            </a:extLst>
          </p:cNvPr>
          <p:cNvCxnSpPr>
            <a:cxnSpLocks/>
          </p:cNvCxnSpPr>
          <p:nvPr/>
        </p:nvCxnSpPr>
        <p:spPr>
          <a:xfrm>
            <a:off x="3215113" y="1547125"/>
            <a:ext cx="1498600" cy="541867"/>
          </a:xfrm>
          <a:prstGeom prst="bentConnector3">
            <a:avLst>
              <a:gd name="adj1" fmla="val 91243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カギ線コネクタ 54">
            <a:extLst>
              <a:ext uri="{FF2B5EF4-FFF2-40B4-BE49-F238E27FC236}">
                <a16:creationId xmlns:a16="http://schemas.microsoft.com/office/drawing/2014/main" id="{C422BCE5-06B9-DAE2-40C7-F1B2A37E5BC8}"/>
              </a:ext>
            </a:extLst>
          </p:cNvPr>
          <p:cNvCxnSpPr>
            <a:cxnSpLocks/>
          </p:cNvCxnSpPr>
          <p:nvPr/>
        </p:nvCxnSpPr>
        <p:spPr>
          <a:xfrm>
            <a:off x="3215113" y="1928125"/>
            <a:ext cx="1498600" cy="263309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カギ線コネクタ 75">
            <a:extLst>
              <a:ext uri="{FF2B5EF4-FFF2-40B4-BE49-F238E27FC236}">
                <a16:creationId xmlns:a16="http://schemas.microsoft.com/office/drawing/2014/main" id="{39D0FE6C-CCBA-66E7-381A-AD47A4CC6283}"/>
              </a:ext>
            </a:extLst>
          </p:cNvPr>
          <p:cNvCxnSpPr>
            <a:cxnSpLocks/>
          </p:cNvCxnSpPr>
          <p:nvPr/>
        </p:nvCxnSpPr>
        <p:spPr>
          <a:xfrm flipV="1">
            <a:off x="3215113" y="2402259"/>
            <a:ext cx="1512000" cy="1637879"/>
          </a:xfrm>
          <a:prstGeom prst="bentConnector3">
            <a:avLst>
              <a:gd name="adj1" fmla="val 79648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カギ線コネクタ 78">
            <a:extLst>
              <a:ext uri="{FF2B5EF4-FFF2-40B4-BE49-F238E27FC236}">
                <a16:creationId xmlns:a16="http://schemas.microsoft.com/office/drawing/2014/main" id="{503B94E9-758D-4BBB-9332-0693C1EFD8E1}"/>
              </a:ext>
            </a:extLst>
          </p:cNvPr>
          <p:cNvCxnSpPr>
            <a:cxnSpLocks/>
          </p:cNvCxnSpPr>
          <p:nvPr/>
        </p:nvCxnSpPr>
        <p:spPr>
          <a:xfrm flipV="1">
            <a:off x="3215117" y="2294595"/>
            <a:ext cx="1512000" cy="1944000"/>
          </a:xfrm>
          <a:prstGeom prst="bentConnector3">
            <a:avLst>
              <a:gd name="adj1" fmla="val 37681"/>
            </a:avLst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カギ線コネクタ 80">
            <a:extLst>
              <a:ext uri="{FF2B5EF4-FFF2-40B4-BE49-F238E27FC236}">
                <a16:creationId xmlns:a16="http://schemas.microsoft.com/office/drawing/2014/main" id="{2404EBF5-73AC-8CD7-9C20-B8193E098957}"/>
              </a:ext>
            </a:extLst>
          </p:cNvPr>
          <p:cNvCxnSpPr>
            <a:cxnSpLocks/>
          </p:cNvCxnSpPr>
          <p:nvPr/>
        </p:nvCxnSpPr>
        <p:spPr>
          <a:xfrm flipV="1">
            <a:off x="3206643" y="2503861"/>
            <a:ext cx="1512000" cy="1350000"/>
          </a:xfrm>
          <a:prstGeom prst="bentConnector3">
            <a:avLst>
              <a:gd name="adj1" fmla="val 69009"/>
            </a:avLst>
          </a:prstGeom>
          <a:ln w="38100">
            <a:solidFill>
              <a:srgbClr val="FF9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カギ線コネクタ 82">
            <a:extLst>
              <a:ext uri="{FF2B5EF4-FFF2-40B4-BE49-F238E27FC236}">
                <a16:creationId xmlns:a16="http://schemas.microsoft.com/office/drawing/2014/main" id="{51A13E47-EC95-6488-F347-7BDE35E26D6A}"/>
              </a:ext>
            </a:extLst>
          </p:cNvPr>
          <p:cNvCxnSpPr>
            <a:cxnSpLocks/>
          </p:cNvCxnSpPr>
          <p:nvPr/>
        </p:nvCxnSpPr>
        <p:spPr>
          <a:xfrm flipV="1">
            <a:off x="3215109" y="2605461"/>
            <a:ext cx="1512000" cy="2214000"/>
          </a:xfrm>
          <a:prstGeom prst="bentConnector3">
            <a:avLst>
              <a:gd name="adj1" fmla="val 59490"/>
            </a:avLst>
          </a:prstGeom>
          <a:ln w="3810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カギ線コネクタ 84">
            <a:extLst>
              <a:ext uri="{FF2B5EF4-FFF2-40B4-BE49-F238E27FC236}">
                <a16:creationId xmlns:a16="http://schemas.microsoft.com/office/drawing/2014/main" id="{DC180FA8-BB47-08EC-99D3-3C6A4E47FDD5}"/>
              </a:ext>
            </a:extLst>
          </p:cNvPr>
          <p:cNvCxnSpPr>
            <a:cxnSpLocks/>
          </p:cNvCxnSpPr>
          <p:nvPr/>
        </p:nvCxnSpPr>
        <p:spPr>
          <a:xfrm flipV="1">
            <a:off x="3206642" y="2715526"/>
            <a:ext cx="1512000" cy="1908000"/>
          </a:xfrm>
          <a:prstGeom prst="bentConnector3">
            <a:avLst>
              <a:gd name="adj1" fmla="val 48291"/>
            </a:avLst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5A67C0CB-A964-D55A-CA27-ABDB252F0005}"/>
              </a:ext>
            </a:extLst>
          </p:cNvPr>
          <p:cNvCxnSpPr/>
          <p:nvPr/>
        </p:nvCxnSpPr>
        <p:spPr>
          <a:xfrm>
            <a:off x="4722627" y="2813141"/>
            <a:ext cx="18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EDF1E6CF-C5C6-2610-AA2C-2A6A04F1C10F}"/>
              </a:ext>
            </a:extLst>
          </p:cNvPr>
          <p:cNvCxnSpPr>
            <a:cxnSpLocks/>
          </p:cNvCxnSpPr>
          <p:nvPr/>
        </p:nvCxnSpPr>
        <p:spPr>
          <a:xfrm>
            <a:off x="4896443" y="2191434"/>
            <a:ext cx="0" cy="6172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28FA689A-9A15-F0BC-A36E-6B0C83B784F8}"/>
              </a:ext>
            </a:extLst>
          </p:cNvPr>
          <p:cNvCxnSpPr/>
          <p:nvPr/>
        </p:nvCxnSpPr>
        <p:spPr>
          <a:xfrm>
            <a:off x="4702654" y="2191434"/>
            <a:ext cx="1982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カギ線コネクタ 113">
            <a:extLst>
              <a:ext uri="{FF2B5EF4-FFF2-40B4-BE49-F238E27FC236}">
                <a16:creationId xmlns:a16="http://schemas.microsoft.com/office/drawing/2014/main" id="{BEDB295B-D59E-3DEC-83BC-018F43282972}"/>
              </a:ext>
            </a:extLst>
          </p:cNvPr>
          <p:cNvCxnSpPr>
            <a:cxnSpLocks/>
            <a:stCxn id="103" idx="2"/>
          </p:cNvCxnSpPr>
          <p:nvPr/>
        </p:nvCxnSpPr>
        <p:spPr>
          <a:xfrm rot="5400000" flipH="1">
            <a:off x="986997" y="4515479"/>
            <a:ext cx="1734930" cy="1521112"/>
          </a:xfrm>
          <a:prstGeom prst="bentConnector3">
            <a:avLst>
              <a:gd name="adj1" fmla="val -131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2D977582-2E36-5DC4-8D0B-BAC0AAECDC5D}"/>
              </a:ext>
            </a:extLst>
          </p:cNvPr>
          <p:cNvCxnSpPr/>
          <p:nvPr/>
        </p:nvCxnSpPr>
        <p:spPr>
          <a:xfrm>
            <a:off x="1087429" y="4422527"/>
            <a:ext cx="75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C9A5495F-B3F1-6431-C509-DBE954B7A13F}"/>
              </a:ext>
            </a:extLst>
          </p:cNvPr>
          <p:cNvCxnSpPr>
            <a:cxnSpLocks/>
            <a:endCxn id="111" idx="2"/>
          </p:cNvCxnSpPr>
          <p:nvPr/>
        </p:nvCxnSpPr>
        <p:spPr>
          <a:xfrm flipV="1">
            <a:off x="3810545" y="6143501"/>
            <a:ext cx="0" cy="2501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04F18B6D-F35B-2B9B-E98A-63E5D692C01E}"/>
              </a:ext>
            </a:extLst>
          </p:cNvPr>
          <p:cNvCxnSpPr>
            <a:cxnSpLocks/>
            <a:endCxn id="107" idx="2"/>
          </p:cNvCxnSpPr>
          <p:nvPr/>
        </p:nvCxnSpPr>
        <p:spPr>
          <a:xfrm flipV="1">
            <a:off x="3205109" y="6153380"/>
            <a:ext cx="0" cy="2387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AE136FAF-EEC3-A432-9C8F-52648ED0FEED}"/>
              </a:ext>
            </a:extLst>
          </p:cNvPr>
          <p:cNvSpPr txBox="1"/>
          <p:nvPr/>
        </p:nvSpPr>
        <p:spPr>
          <a:xfrm>
            <a:off x="1122987" y="64552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SW1</a:t>
            </a:r>
            <a:endParaRPr kumimoji="1" lang="ja-JP" altLang="en-US"/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C25FB057-BA03-1CCC-FB31-9927DD8D14D6}"/>
              </a:ext>
            </a:extLst>
          </p:cNvPr>
          <p:cNvSpPr txBox="1"/>
          <p:nvPr/>
        </p:nvSpPr>
        <p:spPr>
          <a:xfrm>
            <a:off x="1697415" y="64552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SW2</a:t>
            </a:r>
            <a:endParaRPr kumimoji="1" lang="ja-JP" altLang="en-US"/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89090017-B778-31DA-906A-785F4DD7A0AB}"/>
              </a:ext>
            </a:extLst>
          </p:cNvPr>
          <p:cNvSpPr txBox="1"/>
          <p:nvPr/>
        </p:nvSpPr>
        <p:spPr>
          <a:xfrm>
            <a:off x="2271843" y="64552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SW3</a:t>
            </a:r>
            <a:endParaRPr kumimoji="1" lang="ja-JP" altLang="en-US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3A37D75-169B-D105-04D9-E13916351C6F}"/>
              </a:ext>
            </a:extLst>
          </p:cNvPr>
          <p:cNvGrpSpPr/>
          <p:nvPr/>
        </p:nvGrpSpPr>
        <p:grpSpPr>
          <a:xfrm>
            <a:off x="3629532" y="5620319"/>
            <a:ext cx="362027" cy="523182"/>
            <a:chOff x="2049533" y="5207727"/>
            <a:chExt cx="362027" cy="523182"/>
          </a:xfrm>
        </p:grpSpPr>
        <p:sp>
          <p:nvSpPr>
            <p:cNvPr id="110" name="正方形/長方形 109">
              <a:extLst>
                <a:ext uri="{FF2B5EF4-FFF2-40B4-BE49-F238E27FC236}">
                  <a16:creationId xmlns:a16="http://schemas.microsoft.com/office/drawing/2014/main" id="{E560316B-29C8-0948-35AD-C3580D9A4C4E}"/>
                </a:ext>
              </a:extLst>
            </p:cNvPr>
            <p:cNvSpPr/>
            <p:nvPr/>
          </p:nvSpPr>
          <p:spPr>
            <a:xfrm>
              <a:off x="2146394" y="5207727"/>
              <a:ext cx="176349" cy="85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13C3386C-CE14-1742-E382-9F26E3714DCA}"/>
                </a:ext>
              </a:extLst>
            </p:cNvPr>
            <p:cNvSpPr/>
            <p:nvPr/>
          </p:nvSpPr>
          <p:spPr>
            <a:xfrm>
              <a:off x="2142371" y="5645422"/>
              <a:ext cx="176349" cy="85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2" name="図 111">
              <a:extLst>
                <a:ext uri="{FF2B5EF4-FFF2-40B4-BE49-F238E27FC236}">
                  <a16:creationId xmlns:a16="http://schemas.microsoft.com/office/drawing/2014/main" id="{0C9AB7B4-6E6F-F2C3-EA4B-6F752CC5A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9591" t="12634" r="26781" b="20415"/>
            <a:stretch>
              <a:fillRect/>
            </a:stretch>
          </p:blipFill>
          <p:spPr>
            <a:xfrm>
              <a:off x="2049533" y="5293214"/>
              <a:ext cx="362027" cy="3522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78A24E9A-5CC2-70CF-4322-01F909E7302A}"/>
              </a:ext>
            </a:extLst>
          </p:cNvPr>
          <p:cNvCxnSpPr>
            <a:cxnSpLocks/>
          </p:cNvCxnSpPr>
          <p:nvPr/>
        </p:nvCxnSpPr>
        <p:spPr>
          <a:xfrm>
            <a:off x="1219225" y="4240076"/>
            <a:ext cx="6480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137">
            <a:extLst>
              <a:ext uri="{FF2B5EF4-FFF2-40B4-BE49-F238E27FC236}">
                <a16:creationId xmlns:a16="http://schemas.microsoft.com/office/drawing/2014/main" id="{CECE1081-1813-88B1-78BC-5A8CEE8B6F31}"/>
              </a:ext>
            </a:extLst>
          </p:cNvPr>
          <p:cNvCxnSpPr>
            <a:cxnSpLocks/>
          </p:cNvCxnSpPr>
          <p:nvPr/>
        </p:nvCxnSpPr>
        <p:spPr>
          <a:xfrm>
            <a:off x="1230309" y="4228992"/>
            <a:ext cx="0" cy="12240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174EC16F-E2E7-4322-60F6-D0AD1DA08B9C}"/>
              </a:ext>
            </a:extLst>
          </p:cNvPr>
          <p:cNvGrpSpPr/>
          <p:nvPr/>
        </p:nvGrpSpPr>
        <p:grpSpPr>
          <a:xfrm>
            <a:off x="3024096" y="5630198"/>
            <a:ext cx="362027" cy="523182"/>
            <a:chOff x="758756" y="5283926"/>
            <a:chExt cx="362027" cy="523182"/>
          </a:xfrm>
        </p:grpSpPr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BD76ECB7-E1E4-CCA7-DD1C-28FB40C3B790}"/>
                </a:ext>
              </a:extLst>
            </p:cNvPr>
            <p:cNvSpPr/>
            <p:nvPr/>
          </p:nvSpPr>
          <p:spPr>
            <a:xfrm>
              <a:off x="855617" y="5283926"/>
              <a:ext cx="176349" cy="85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7A1A14E3-79C3-D868-01F2-76AC971A3E52}"/>
                </a:ext>
              </a:extLst>
            </p:cNvPr>
            <p:cNvSpPr/>
            <p:nvPr/>
          </p:nvSpPr>
          <p:spPr>
            <a:xfrm>
              <a:off x="851594" y="5721621"/>
              <a:ext cx="176349" cy="85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8" name="図 107">
              <a:extLst>
                <a:ext uri="{FF2B5EF4-FFF2-40B4-BE49-F238E27FC236}">
                  <a16:creationId xmlns:a16="http://schemas.microsoft.com/office/drawing/2014/main" id="{F55D50D7-A767-CB4E-B6DF-3F657FEEB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9591" t="12634" r="26781" b="20415"/>
            <a:stretch>
              <a:fillRect/>
            </a:stretch>
          </p:blipFill>
          <p:spPr>
            <a:xfrm>
              <a:off x="758756" y="5369413"/>
              <a:ext cx="362027" cy="3522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129" name="カギ線コネクタ 128">
            <a:extLst>
              <a:ext uri="{FF2B5EF4-FFF2-40B4-BE49-F238E27FC236}">
                <a16:creationId xmlns:a16="http://schemas.microsoft.com/office/drawing/2014/main" id="{340CA489-E6AE-C27C-7AE5-053ABC4E92F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81227" y="5099114"/>
            <a:ext cx="787039" cy="225905"/>
          </a:xfrm>
          <a:prstGeom prst="bentConnector3">
            <a:avLst>
              <a:gd name="adj1" fmla="val 50000"/>
            </a:avLst>
          </a:prstGeom>
          <a:ln w="38100" cmpd="sng">
            <a:solidFill>
              <a:srgbClr val="0432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B7317C2A-7E62-66BA-2AF5-2693E5339BE2}"/>
              </a:ext>
            </a:extLst>
          </p:cNvPr>
          <p:cNvGrpSpPr/>
          <p:nvPr/>
        </p:nvGrpSpPr>
        <p:grpSpPr>
          <a:xfrm>
            <a:off x="2434005" y="5620318"/>
            <a:ext cx="362027" cy="523182"/>
            <a:chOff x="758756" y="5283926"/>
            <a:chExt cx="362027" cy="523182"/>
          </a:xfrm>
        </p:grpSpPr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8000C16B-1D71-E067-28DB-D3C6E0B99177}"/>
                </a:ext>
              </a:extLst>
            </p:cNvPr>
            <p:cNvSpPr/>
            <p:nvPr/>
          </p:nvSpPr>
          <p:spPr>
            <a:xfrm>
              <a:off x="855617" y="5283926"/>
              <a:ext cx="176349" cy="85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C115DBE0-F433-1FA3-AB1A-9E2418E1A7CE}"/>
                </a:ext>
              </a:extLst>
            </p:cNvPr>
            <p:cNvSpPr/>
            <p:nvPr/>
          </p:nvSpPr>
          <p:spPr>
            <a:xfrm>
              <a:off x="851594" y="5721621"/>
              <a:ext cx="176349" cy="85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9" name="図 98">
              <a:extLst>
                <a:ext uri="{FF2B5EF4-FFF2-40B4-BE49-F238E27FC236}">
                  <a16:creationId xmlns:a16="http://schemas.microsoft.com/office/drawing/2014/main" id="{4600CEE1-A1F0-E620-6390-E04935F49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9591" t="12634" r="26781" b="20415"/>
            <a:stretch>
              <a:fillRect/>
            </a:stretch>
          </p:blipFill>
          <p:spPr>
            <a:xfrm>
              <a:off x="758756" y="5369413"/>
              <a:ext cx="362027" cy="3522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125" name="カギ線コネクタ 124">
            <a:extLst>
              <a:ext uri="{FF2B5EF4-FFF2-40B4-BE49-F238E27FC236}">
                <a16:creationId xmlns:a16="http://schemas.microsoft.com/office/drawing/2014/main" id="{751FAEEA-2C16-5EA8-AA63-845E9B2EE206}"/>
              </a:ext>
            </a:extLst>
          </p:cNvPr>
          <p:cNvCxnSpPr>
            <a:cxnSpLocks/>
            <a:stCxn id="102" idx="0"/>
          </p:cNvCxnSpPr>
          <p:nvPr/>
        </p:nvCxnSpPr>
        <p:spPr>
          <a:xfrm rot="16200000" flipV="1">
            <a:off x="1830881" y="4832158"/>
            <a:ext cx="176504" cy="1399816"/>
          </a:xfrm>
          <a:prstGeom prst="bentConnector2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107DFA2B-48CC-1770-FB83-675D1420ACC1}"/>
              </a:ext>
            </a:extLst>
          </p:cNvPr>
          <p:cNvCxnSpPr>
            <a:cxnSpLocks/>
          </p:cNvCxnSpPr>
          <p:nvPr/>
        </p:nvCxnSpPr>
        <p:spPr>
          <a:xfrm>
            <a:off x="1477453" y="4623525"/>
            <a:ext cx="0" cy="1008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BA8BC59D-A649-BA2C-1AB2-DCB205C84844}"/>
              </a:ext>
            </a:extLst>
          </p:cNvPr>
          <p:cNvCxnSpPr>
            <a:cxnSpLocks/>
          </p:cNvCxnSpPr>
          <p:nvPr/>
        </p:nvCxnSpPr>
        <p:spPr>
          <a:xfrm>
            <a:off x="1460816" y="4623526"/>
            <a:ext cx="396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カギ線コネクタ 156">
            <a:extLst>
              <a:ext uri="{FF2B5EF4-FFF2-40B4-BE49-F238E27FC236}">
                <a16:creationId xmlns:a16="http://schemas.microsoft.com/office/drawing/2014/main" id="{65F75103-8FB7-3B3F-A523-7D8A02CF3B9E}"/>
              </a:ext>
            </a:extLst>
          </p:cNvPr>
          <p:cNvCxnSpPr>
            <a:cxnSpLocks/>
          </p:cNvCxnSpPr>
          <p:nvPr/>
        </p:nvCxnSpPr>
        <p:spPr>
          <a:xfrm flipV="1">
            <a:off x="3215108" y="559462"/>
            <a:ext cx="1512000" cy="1944000"/>
          </a:xfrm>
          <a:prstGeom prst="bentConnector3">
            <a:avLst>
              <a:gd name="adj1" fmla="val 25207"/>
            </a:avLst>
          </a:prstGeom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テキスト ボックス 375">
            <a:extLst>
              <a:ext uri="{FF2B5EF4-FFF2-40B4-BE49-F238E27FC236}">
                <a16:creationId xmlns:a16="http://schemas.microsoft.com/office/drawing/2014/main" id="{B868E95B-51A5-0FFE-9902-AE4BDC3552ED}"/>
              </a:ext>
            </a:extLst>
          </p:cNvPr>
          <p:cNvSpPr txBox="1"/>
          <p:nvPr/>
        </p:nvSpPr>
        <p:spPr>
          <a:xfrm>
            <a:off x="4735573" y="838928"/>
            <a:ext cx="13356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AMP</a:t>
            </a:r>
            <a:r>
              <a:rPr kumimoji="1" lang="ja-JP" altLang="en-US" sz="1200"/>
              <a:t>から</a:t>
            </a:r>
            <a:r>
              <a:rPr kumimoji="1" lang="en-US" altLang="ja-JP" sz="1200" dirty="0"/>
              <a:t>(GP26)</a:t>
            </a:r>
            <a:endParaRPr kumimoji="1" lang="ja-JP" altLang="en-US" sz="1200"/>
          </a:p>
        </p:txBody>
      </p:sp>
      <p:grpSp>
        <p:nvGrpSpPr>
          <p:cNvPr id="465" name="グループ化 464">
            <a:extLst>
              <a:ext uri="{FF2B5EF4-FFF2-40B4-BE49-F238E27FC236}">
                <a16:creationId xmlns:a16="http://schemas.microsoft.com/office/drawing/2014/main" id="{2DD495EB-6C8F-4244-C7BD-7B11D21285AE}"/>
              </a:ext>
            </a:extLst>
          </p:cNvPr>
          <p:cNvGrpSpPr>
            <a:grpSpLocks noChangeAspect="1"/>
          </p:cNvGrpSpPr>
          <p:nvPr/>
        </p:nvGrpSpPr>
        <p:grpSpPr>
          <a:xfrm>
            <a:off x="5552717" y="3634302"/>
            <a:ext cx="4428000" cy="2982780"/>
            <a:chOff x="7127121" y="3394591"/>
            <a:chExt cx="4746636" cy="3197417"/>
          </a:xfrm>
        </p:grpSpPr>
        <p:grpSp>
          <p:nvGrpSpPr>
            <p:cNvPr id="729" name="グループ化 728">
              <a:extLst>
                <a:ext uri="{FF2B5EF4-FFF2-40B4-BE49-F238E27FC236}">
                  <a16:creationId xmlns:a16="http://schemas.microsoft.com/office/drawing/2014/main" id="{C1364635-0652-51E3-A048-F009514AFD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704072" y="6090846"/>
              <a:ext cx="206082" cy="327827"/>
              <a:chOff x="5347703" y="3123398"/>
              <a:chExt cx="206082" cy="440760"/>
            </a:xfrm>
          </p:grpSpPr>
          <p:cxnSp>
            <p:nvCxnSpPr>
              <p:cNvPr id="730" name="直線コネクタ 729">
                <a:extLst>
                  <a:ext uri="{FF2B5EF4-FFF2-40B4-BE49-F238E27FC236}">
                    <a16:creationId xmlns:a16="http://schemas.microsoft.com/office/drawing/2014/main" id="{57727E0D-27C6-B898-B27A-FDC028F3F7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0744" y="3123398"/>
                <a:ext cx="92530" cy="417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1" name="直線コネクタ 730">
                <a:extLst>
                  <a:ext uri="{FF2B5EF4-FFF2-40B4-BE49-F238E27FC236}">
                    <a16:creationId xmlns:a16="http://schemas.microsoft.com/office/drawing/2014/main" id="{7921D4E8-1A8A-F498-513E-F2307B7CA7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47703" y="3165151"/>
                <a:ext cx="206082" cy="719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2" name="直線コネクタ 731">
                <a:extLst>
                  <a:ext uri="{FF2B5EF4-FFF2-40B4-BE49-F238E27FC236}">
                    <a16:creationId xmlns:a16="http://schemas.microsoft.com/office/drawing/2014/main" id="{E6046BEF-2B14-6086-C972-BD7DDA67D7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7703" y="3230789"/>
                <a:ext cx="206082" cy="719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3" name="直線コネクタ 732">
                <a:extLst>
                  <a:ext uri="{FF2B5EF4-FFF2-40B4-BE49-F238E27FC236}">
                    <a16:creationId xmlns:a16="http://schemas.microsoft.com/office/drawing/2014/main" id="{7E9A0683-182F-10EA-484C-54AB29B69A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47703" y="3301352"/>
                <a:ext cx="206082" cy="719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4" name="直線コネクタ 733">
                <a:extLst>
                  <a:ext uri="{FF2B5EF4-FFF2-40B4-BE49-F238E27FC236}">
                    <a16:creationId xmlns:a16="http://schemas.microsoft.com/office/drawing/2014/main" id="{159B505A-5622-16E1-0DAB-3FD3968FF4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7703" y="3376515"/>
                <a:ext cx="206082" cy="719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5" name="直線コネクタ 734">
                <a:extLst>
                  <a:ext uri="{FF2B5EF4-FFF2-40B4-BE49-F238E27FC236}">
                    <a16:creationId xmlns:a16="http://schemas.microsoft.com/office/drawing/2014/main" id="{ACA63313-0C7F-3CA8-1959-DB36F9E749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47703" y="3444362"/>
                <a:ext cx="206082" cy="719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6" name="直線コネクタ 735">
                <a:extLst>
                  <a:ext uri="{FF2B5EF4-FFF2-40B4-BE49-F238E27FC236}">
                    <a16:creationId xmlns:a16="http://schemas.microsoft.com/office/drawing/2014/main" id="{E0A1923A-B453-59B0-ED0E-D8ED68BECF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7703" y="3513175"/>
                <a:ext cx="103041" cy="509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0" name="円/楕円 459">
              <a:extLst>
                <a:ext uri="{FF2B5EF4-FFF2-40B4-BE49-F238E27FC236}">
                  <a16:creationId xmlns:a16="http://schemas.microsoft.com/office/drawing/2014/main" id="{90E717D1-EB6D-8C21-133D-34365CA9B0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40114" y="5002017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1" name="直線コネクタ 460">
              <a:extLst>
                <a:ext uri="{FF2B5EF4-FFF2-40B4-BE49-F238E27FC236}">
                  <a16:creationId xmlns:a16="http://schemas.microsoft.com/office/drawing/2014/main" id="{84990F68-B272-B265-8E7E-925FAB2B6326}"/>
                </a:ext>
              </a:extLst>
            </p:cNvPr>
            <p:cNvCxnSpPr>
              <a:cxnSpLocks/>
            </p:cNvCxnSpPr>
            <p:nvPr/>
          </p:nvCxnSpPr>
          <p:spPr>
            <a:xfrm>
              <a:off x="9169073" y="5081098"/>
              <a:ext cx="0" cy="3818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直線コネクタ 461">
              <a:extLst>
                <a:ext uri="{FF2B5EF4-FFF2-40B4-BE49-F238E27FC236}">
                  <a16:creationId xmlns:a16="http://schemas.microsoft.com/office/drawing/2014/main" id="{41B26618-8ACB-7749-1F7D-9195EDDA202D}"/>
                </a:ext>
              </a:extLst>
            </p:cNvPr>
            <p:cNvCxnSpPr/>
            <p:nvPr/>
          </p:nvCxnSpPr>
          <p:spPr>
            <a:xfrm flipV="1">
              <a:off x="9169073" y="5031222"/>
              <a:ext cx="252000" cy="18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直線コネクタ 462">
              <a:extLst>
                <a:ext uri="{FF2B5EF4-FFF2-40B4-BE49-F238E27FC236}">
                  <a16:creationId xmlns:a16="http://schemas.microsoft.com/office/drawing/2014/main" id="{A6C74502-A61E-3897-9403-CAD327F7ABCA}"/>
                </a:ext>
              </a:extLst>
            </p:cNvPr>
            <p:cNvCxnSpPr>
              <a:cxnSpLocks/>
            </p:cNvCxnSpPr>
            <p:nvPr/>
          </p:nvCxnSpPr>
          <p:spPr>
            <a:xfrm>
              <a:off x="9191053" y="5322488"/>
              <a:ext cx="252000" cy="180000"/>
            </a:xfrm>
            <a:prstGeom prst="line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線コネクタ 463">
              <a:extLst>
                <a:ext uri="{FF2B5EF4-FFF2-40B4-BE49-F238E27FC236}">
                  <a16:creationId xmlns:a16="http://schemas.microsoft.com/office/drawing/2014/main" id="{FD81C84D-B982-803C-F4CC-2D0D4FFE2610}"/>
                </a:ext>
              </a:extLst>
            </p:cNvPr>
            <p:cNvCxnSpPr/>
            <p:nvPr/>
          </p:nvCxnSpPr>
          <p:spPr>
            <a:xfrm flipH="1">
              <a:off x="8699292" y="5269742"/>
              <a:ext cx="46978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6" name="グループ化 465">
              <a:extLst>
                <a:ext uri="{FF2B5EF4-FFF2-40B4-BE49-F238E27FC236}">
                  <a16:creationId xmlns:a16="http://schemas.microsoft.com/office/drawing/2014/main" id="{23BB3FB9-A503-71AD-5B52-2305FF690ADD}"/>
                </a:ext>
              </a:extLst>
            </p:cNvPr>
            <p:cNvGrpSpPr/>
            <p:nvPr/>
          </p:nvGrpSpPr>
          <p:grpSpPr>
            <a:xfrm rot="5400000">
              <a:off x="8192671" y="4812526"/>
              <a:ext cx="240281" cy="886222"/>
              <a:chOff x="4729999" y="5399534"/>
              <a:chExt cx="240281" cy="886222"/>
            </a:xfrm>
          </p:grpSpPr>
          <p:cxnSp>
            <p:nvCxnSpPr>
              <p:cNvPr id="472" name="直線コネクタ 471">
                <a:extLst>
                  <a:ext uri="{FF2B5EF4-FFF2-40B4-BE49-F238E27FC236}">
                    <a16:creationId xmlns:a16="http://schemas.microsoft.com/office/drawing/2014/main" id="{6873E70E-375F-C6AF-293B-B4088F43BFBF}"/>
                  </a:ext>
                </a:extLst>
              </p:cNvPr>
              <p:cNvCxnSpPr/>
              <p:nvPr/>
            </p:nvCxnSpPr>
            <p:spPr>
              <a:xfrm>
                <a:off x="4729999" y="5579560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直線コネクタ 472">
                <a:extLst>
                  <a:ext uri="{FF2B5EF4-FFF2-40B4-BE49-F238E27FC236}">
                    <a16:creationId xmlns:a16="http://schemas.microsoft.com/office/drawing/2014/main" id="{3D637719-C86D-E42F-B20B-7D979B2FF32E}"/>
                  </a:ext>
                </a:extLst>
              </p:cNvPr>
              <p:cNvCxnSpPr/>
              <p:nvPr/>
            </p:nvCxnSpPr>
            <p:spPr>
              <a:xfrm>
                <a:off x="4730000" y="5665219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直線コネクタ 473">
                <a:extLst>
                  <a:ext uri="{FF2B5EF4-FFF2-40B4-BE49-F238E27FC236}">
                    <a16:creationId xmlns:a16="http://schemas.microsoft.com/office/drawing/2014/main" id="{1D95DDB1-95CE-8107-5EFE-71CD25E2726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779745" y="5489534"/>
                <a:ext cx="18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直線コネクタ 474">
                <a:extLst>
                  <a:ext uri="{FF2B5EF4-FFF2-40B4-BE49-F238E27FC236}">
                    <a16:creationId xmlns:a16="http://schemas.microsoft.com/office/drawing/2014/main" id="{6EECA03B-68F6-E958-E50B-8E8E7E0C80E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544496" y="5971615"/>
                <a:ext cx="6282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6" name="グループ化 475">
              <a:extLst>
                <a:ext uri="{FF2B5EF4-FFF2-40B4-BE49-F238E27FC236}">
                  <a16:creationId xmlns:a16="http://schemas.microsoft.com/office/drawing/2014/main" id="{AEA1C172-330C-7493-91CB-84CA09B0B418}"/>
                </a:ext>
              </a:extLst>
            </p:cNvPr>
            <p:cNvGrpSpPr/>
            <p:nvPr/>
          </p:nvGrpSpPr>
          <p:grpSpPr>
            <a:xfrm>
              <a:off x="8233612" y="4081074"/>
              <a:ext cx="206082" cy="1178808"/>
              <a:chOff x="5347703" y="2557241"/>
              <a:chExt cx="206082" cy="1178808"/>
            </a:xfrm>
          </p:grpSpPr>
          <p:grpSp>
            <p:nvGrpSpPr>
              <p:cNvPr id="477" name="グループ化 476">
                <a:extLst>
                  <a:ext uri="{FF2B5EF4-FFF2-40B4-BE49-F238E27FC236}">
                    <a16:creationId xmlns:a16="http://schemas.microsoft.com/office/drawing/2014/main" id="{171A66E2-FF40-F368-3D07-8367F7F67F4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480" name="直線コネクタ 479">
                  <a:extLst>
                    <a:ext uri="{FF2B5EF4-FFF2-40B4-BE49-F238E27FC236}">
                      <a16:creationId xmlns:a16="http://schemas.microsoft.com/office/drawing/2014/main" id="{D2C20518-EE34-B370-7ABE-7B9901499C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1" name="直線コネクタ 480">
                  <a:extLst>
                    <a:ext uri="{FF2B5EF4-FFF2-40B4-BE49-F238E27FC236}">
                      <a16:creationId xmlns:a16="http://schemas.microsoft.com/office/drawing/2014/main" id="{554464A9-B967-3E4A-F5FF-838054365E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2" name="直線コネクタ 481">
                  <a:extLst>
                    <a:ext uri="{FF2B5EF4-FFF2-40B4-BE49-F238E27FC236}">
                      <a16:creationId xmlns:a16="http://schemas.microsoft.com/office/drawing/2014/main" id="{17AACE4E-7E68-353D-FDDB-0C81D8C49E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3" name="直線コネクタ 482">
                  <a:extLst>
                    <a:ext uri="{FF2B5EF4-FFF2-40B4-BE49-F238E27FC236}">
                      <a16:creationId xmlns:a16="http://schemas.microsoft.com/office/drawing/2014/main" id="{B14177A2-7D4E-3323-705B-FDA528442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4" name="直線コネクタ 483">
                  <a:extLst>
                    <a:ext uri="{FF2B5EF4-FFF2-40B4-BE49-F238E27FC236}">
                      <a16:creationId xmlns:a16="http://schemas.microsoft.com/office/drawing/2014/main" id="{B82CB3AC-7B4B-CC4C-9B4E-2664641596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直線コネクタ 484">
                  <a:extLst>
                    <a:ext uri="{FF2B5EF4-FFF2-40B4-BE49-F238E27FC236}">
                      <a16:creationId xmlns:a16="http://schemas.microsoft.com/office/drawing/2014/main" id="{142A0970-8C01-C9E7-7F4C-09232EBD7C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直線コネクタ 485">
                  <a:extLst>
                    <a:ext uri="{FF2B5EF4-FFF2-40B4-BE49-F238E27FC236}">
                      <a16:creationId xmlns:a16="http://schemas.microsoft.com/office/drawing/2014/main" id="{5168CD95-1E1C-107F-5006-9396043FDB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8" name="直線コネクタ 477">
                <a:extLst>
                  <a:ext uri="{FF2B5EF4-FFF2-40B4-BE49-F238E27FC236}">
                    <a16:creationId xmlns:a16="http://schemas.microsoft.com/office/drawing/2014/main" id="{6351A893-B82A-76AB-41FE-E232D2435B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48970" y="2557241"/>
                <a:ext cx="0" cy="576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直線コネクタ 478">
                <a:extLst>
                  <a:ext uri="{FF2B5EF4-FFF2-40B4-BE49-F238E27FC236}">
                    <a16:creationId xmlns:a16="http://schemas.microsoft.com/office/drawing/2014/main" id="{DBCB4BCC-3792-F8F7-F1A8-72F6C27C81DD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7" name="グループ化 486">
              <a:extLst>
                <a:ext uri="{FF2B5EF4-FFF2-40B4-BE49-F238E27FC236}">
                  <a16:creationId xmlns:a16="http://schemas.microsoft.com/office/drawing/2014/main" id="{70C9A8EA-AA08-FC2B-547F-795C41FCF2DC}"/>
                </a:ext>
              </a:extLst>
            </p:cNvPr>
            <p:cNvGrpSpPr/>
            <p:nvPr/>
          </p:nvGrpSpPr>
          <p:grpSpPr>
            <a:xfrm>
              <a:off x="9340012" y="3674817"/>
              <a:ext cx="206082" cy="1375813"/>
              <a:chOff x="5347703" y="2432236"/>
              <a:chExt cx="206082" cy="1375813"/>
            </a:xfrm>
          </p:grpSpPr>
          <p:grpSp>
            <p:nvGrpSpPr>
              <p:cNvPr id="488" name="グループ化 487">
                <a:extLst>
                  <a:ext uri="{FF2B5EF4-FFF2-40B4-BE49-F238E27FC236}">
                    <a16:creationId xmlns:a16="http://schemas.microsoft.com/office/drawing/2014/main" id="{9780A7C6-2270-C1E7-BA16-FACC4F19008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491" name="直線コネクタ 490">
                  <a:extLst>
                    <a:ext uri="{FF2B5EF4-FFF2-40B4-BE49-F238E27FC236}">
                      <a16:creationId xmlns:a16="http://schemas.microsoft.com/office/drawing/2014/main" id="{E575C59F-E31A-2772-0BCA-8E150431D1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直線コネクタ 491">
                  <a:extLst>
                    <a:ext uri="{FF2B5EF4-FFF2-40B4-BE49-F238E27FC236}">
                      <a16:creationId xmlns:a16="http://schemas.microsoft.com/office/drawing/2014/main" id="{AE12F7AA-ED31-50BE-9EF1-9D09129FED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直線コネクタ 492">
                  <a:extLst>
                    <a:ext uri="{FF2B5EF4-FFF2-40B4-BE49-F238E27FC236}">
                      <a16:creationId xmlns:a16="http://schemas.microsoft.com/office/drawing/2014/main" id="{9111F7B2-EB31-95BF-E4F1-A2D3400911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直線コネクタ 493">
                  <a:extLst>
                    <a:ext uri="{FF2B5EF4-FFF2-40B4-BE49-F238E27FC236}">
                      <a16:creationId xmlns:a16="http://schemas.microsoft.com/office/drawing/2014/main" id="{7E767630-4AA3-DFD9-231E-2EACA0DB8E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直線コネクタ 494">
                  <a:extLst>
                    <a:ext uri="{FF2B5EF4-FFF2-40B4-BE49-F238E27FC236}">
                      <a16:creationId xmlns:a16="http://schemas.microsoft.com/office/drawing/2014/main" id="{DEC74C3B-B98B-A019-1BCE-BF9B6792AB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6" name="直線コネクタ 495">
                  <a:extLst>
                    <a:ext uri="{FF2B5EF4-FFF2-40B4-BE49-F238E27FC236}">
                      <a16:creationId xmlns:a16="http://schemas.microsoft.com/office/drawing/2014/main" id="{D46498AC-6D93-5ABA-1CCF-B80C766BF8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直線コネクタ 496">
                  <a:extLst>
                    <a:ext uri="{FF2B5EF4-FFF2-40B4-BE49-F238E27FC236}">
                      <a16:creationId xmlns:a16="http://schemas.microsoft.com/office/drawing/2014/main" id="{6AA192FB-0F7A-6C26-7372-73296F2159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9" name="直線コネクタ 488">
                <a:extLst>
                  <a:ext uri="{FF2B5EF4-FFF2-40B4-BE49-F238E27FC236}">
                    <a16:creationId xmlns:a16="http://schemas.microsoft.com/office/drawing/2014/main" id="{B700E57E-5292-5794-B5DF-6C8FE00E7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0744" y="2432236"/>
                <a:ext cx="0" cy="68400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直線コネクタ 489">
                <a:extLst>
                  <a:ext uri="{FF2B5EF4-FFF2-40B4-BE49-F238E27FC236}">
                    <a16:creationId xmlns:a16="http://schemas.microsoft.com/office/drawing/2014/main" id="{0DFDFEEA-505E-174E-0B01-CA7DA5697106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36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0" name="直線コネクタ 499">
              <a:extLst>
                <a:ext uri="{FF2B5EF4-FFF2-40B4-BE49-F238E27FC236}">
                  <a16:creationId xmlns:a16="http://schemas.microsoft.com/office/drawing/2014/main" id="{98A8BD39-7B17-3A87-6CDA-A02892028FEB}"/>
                </a:ext>
              </a:extLst>
            </p:cNvPr>
            <p:cNvCxnSpPr/>
            <p:nvPr/>
          </p:nvCxnSpPr>
          <p:spPr>
            <a:xfrm>
              <a:off x="9806179" y="5979310"/>
              <a:ext cx="0" cy="10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線コネクタ 500">
              <a:extLst>
                <a:ext uri="{FF2B5EF4-FFF2-40B4-BE49-F238E27FC236}">
                  <a16:creationId xmlns:a16="http://schemas.microsoft.com/office/drawing/2014/main" id="{7F7FBA5E-9522-5C2F-634A-B5A5EF48558D}"/>
                </a:ext>
              </a:extLst>
            </p:cNvPr>
            <p:cNvCxnSpPr/>
            <p:nvPr/>
          </p:nvCxnSpPr>
          <p:spPr>
            <a:xfrm>
              <a:off x="9806179" y="6414559"/>
              <a:ext cx="0" cy="72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線コネクタ 511">
              <a:extLst>
                <a:ext uri="{FF2B5EF4-FFF2-40B4-BE49-F238E27FC236}">
                  <a16:creationId xmlns:a16="http://schemas.microsoft.com/office/drawing/2014/main" id="{A96A800D-2182-4921-55BD-8CC729A947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7566" y="6233020"/>
              <a:ext cx="41653" cy="959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線コネクタ 512">
              <a:extLst>
                <a:ext uri="{FF2B5EF4-FFF2-40B4-BE49-F238E27FC236}">
                  <a16:creationId xmlns:a16="http://schemas.microsoft.com/office/drawing/2014/main" id="{16F44FAA-CD39-5461-02FD-6113FD963C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58780" y="6233020"/>
              <a:ext cx="41653" cy="959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線コネクタ 513">
              <a:extLst>
                <a:ext uri="{FF2B5EF4-FFF2-40B4-BE49-F238E27FC236}">
                  <a16:creationId xmlns:a16="http://schemas.microsoft.com/office/drawing/2014/main" id="{CC175E7F-83DB-E9C9-9E70-694F55066F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17058" y="6233020"/>
              <a:ext cx="41653" cy="959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線コネクタ 514">
              <a:extLst>
                <a:ext uri="{FF2B5EF4-FFF2-40B4-BE49-F238E27FC236}">
                  <a16:creationId xmlns:a16="http://schemas.microsoft.com/office/drawing/2014/main" id="{BECB4A24-5E30-F5C3-3F67-7432B96B57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19645" y="6234545"/>
              <a:ext cx="41653" cy="959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直線コネクタ 515">
              <a:extLst>
                <a:ext uri="{FF2B5EF4-FFF2-40B4-BE49-F238E27FC236}">
                  <a16:creationId xmlns:a16="http://schemas.microsoft.com/office/drawing/2014/main" id="{FD151877-2F95-DA5E-F5CE-4F364D2ED5C2}"/>
                </a:ext>
              </a:extLst>
            </p:cNvPr>
            <p:cNvCxnSpPr/>
            <p:nvPr/>
          </p:nvCxnSpPr>
          <p:spPr>
            <a:xfrm>
              <a:off x="9318431" y="6242786"/>
              <a:ext cx="2402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直線コネクタ 516">
              <a:extLst>
                <a:ext uri="{FF2B5EF4-FFF2-40B4-BE49-F238E27FC236}">
                  <a16:creationId xmlns:a16="http://schemas.microsoft.com/office/drawing/2014/main" id="{2C29F587-5F27-CA95-9EB5-EBD7E48647D5}"/>
                </a:ext>
              </a:extLst>
            </p:cNvPr>
            <p:cNvCxnSpPr/>
            <p:nvPr/>
          </p:nvCxnSpPr>
          <p:spPr>
            <a:xfrm>
              <a:off x="9318431" y="6328445"/>
              <a:ext cx="2402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直線コネクタ 517">
              <a:extLst>
                <a:ext uri="{FF2B5EF4-FFF2-40B4-BE49-F238E27FC236}">
                  <a16:creationId xmlns:a16="http://schemas.microsoft.com/office/drawing/2014/main" id="{83F50DF5-20CA-26EF-5055-244EE00F9465}"/>
                </a:ext>
              </a:extLst>
            </p:cNvPr>
            <p:cNvCxnSpPr>
              <a:cxnSpLocks/>
            </p:cNvCxnSpPr>
            <p:nvPr/>
          </p:nvCxnSpPr>
          <p:spPr>
            <a:xfrm>
              <a:off x="9438571" y="5505060"/>
              <a:ext cx="0" cy="46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直線コネクタ 518">
              <a:extLst>
                <a:ext uri="{FF2B5EF4-FFF2-40B4-BE49-F238E27FC236}">
                  <a16:creationId xmlns:a16="http://schemas.microsoft.com/office/drawing/2014/main" id="{AFFDB40B-B4F6-8D66-A85C-E72E472F7B83}"/>
                </a:ext>
              </a:extLst>
            </p:cNvPr>
            <p:cNvCxnSpPr/>
            <p:nvPr/>
          </p:nvCxnSpPr>
          <p:spPr>
            <a:xfrm>
              <a:off x="9438571" y="6317223"/>
              <a:ext cx="0" cy="18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1" name="テキスト ボックス 510">
              <a:extLst>
                <a:ext uri="{FF2B5EF4-FFF2-40B4-BE49-F238E27FC236}">
                  <a16:creationId xmlns:a16="http://schemas.microsoft.com/office/drawing/2014/main" id="{902EC888-7A9B-16E1-95A7-01B00CC7EEDA}"/>
                </a:ext>
              </a:extLst>
            </p:cNvPr>
            <p:cNvSpPr txBox="1"/>
            <p:nvPr/>
          </p:nvSpPr>
          <p:spPr>
            <a:xfrm>
              <a:off x="9241743" y="6045892"/>
              <a:ext cx="179536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ja-JP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＋</a:t>
              </a:r>
            </a:p>
          </p:txBody>
        </p:sp>
        <p:cxnSp>
          <p:nvCxnSpPr>
            <p:cNvPr id="520" name="直線コネクタ 519">
              <a:extLst>
                <a:ext uri="{FF2B5EF4-FFF2-40B4-BE49-F238E27FC236}">
                  <a16:creationId xmlns:a16="http://schemas.microsoft.com/office/drawing/2014/main" id="{8F7B8886-46E4-B60F-40FF-C33CB354C8E0}"/>
                </a:ext>
              </a:extLst>
            </p:cNvPr>
            <p:cNvCxnSpPr/>
            <p:nvPr/>
          </p:nvCxnSpPr>
          <p:spPr>
            <a:xfrm flipH="1">
              <a:off x="9443053" y="5983800"/>
              <a:ext cx="36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1" name="グループ化 520">
              <a:extLst>
                <a:ext uri="{FF2B5EF4-FFF2-40B4-BE49-F238E27FC236}">
                  <a16:creationId xmlns:a16="http://schemas.microsoft.com/office/drawing/2014/main" id="{0B28AA97-74A8-6CBA-915C-ED662CA5169B}"/>
                </a:ext>
              </a:extLst>
            </p:cNvPr>
            <p:cNvGrpSpPr/>
            <p:nvPr/>
          </p:nvGrpSpPr>
          <p:grpSpPr>
            <a:xfrm>
              <a:off x="9296384" y="6494517"/>
              <a:ext cx="255041" cy="97491"/>
              <a:chOff x="4825727" y="3457752"/>
              <a:chExt cx="255041" cy="97491"/>
            </a:xfrm>
          </p:grpSpPr>
          <p:cxnSp>
            <p:nvCxnSpPr>
              <p:cNvPr id="522" name="直線コネクタ 521">
                <a:extLst>
                  <a:ext uri="{FF2B5EF4-FFF2-40B4-BE49-F238E27FC236}">
                    <a16:creationId xmlns:a16="http://schemas.microsoft.com/office/drawing/2014/main" id="{3C358F7D-8A61-17CC-7F13-C37702787FA2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直線コネクタ 522">
                <a:extLst>
                  <a:ext uri="{FF2B5EF4-FFF2-40B4-BE49-F238E27FC236}">
                    <a16:creationId xmlns:a16="http://schemas.microsoft.com/office/drawing/2014/main" id="{30B1D330-1BCC-3EB2-C5E8-362EA4496C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直線コネクタ 523">
                <a:extLst>
                  <a:ext uri="{FF2B5EF4-FFF2-40B4-BE49-F238E27FC236}">
                    <a16:creationId xmlns:a16="http://schemas.microsoft.com/office/drawing/2014/main" id="{2D0A7E7F-9680-2EC9-B450-CA6ED4202D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直線コネクタ 524">
                <a:extLst>
                  <a:ext uri="{FF2B5EF4-FFF2-40B4-BE49-F238E27FC236}">
                    <a16:creationId xmlns:a16="http://schemas.microsoft.com/office/drawing/2014/main" id="{EFF93803-8A85-BAE6-8DCE-491E6AABA7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直線コネクタ 525">
                <a:extLst>
                  <a:ext uri="{FF2B5EF4-FFF2-40B4-BE49-F238E27FC236}">
                    <a16:creationId xmlns:a16="http://schemas.microsoft.com/office/drawing/2014/main" id="{7B5F9075-82DC-0CB9-30CA-DA1D7EAB9E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7" name="直線コネクタ 526">
              <a:extLst>
                <a:ext uri="{FF2B5EF4-FFF2-40B4-BE49-F238E27FC236}">
                  <a16:creationId xmlns:a16="http://schemas.microsoft.com/office/drawing/2014/main" id="{ADF7DE20-B16D-74AA-57B9-781441791E00}"/>
                </a:ext>
              </a:extLst>
            </p:cNvPr>
            <p:cNvCxnSpPr>
              <a:cxnSpLocks/>
            </p:cNvCxnSpPr>
            <p:nvPr/>
          </p:nvCxnSpPr>
          <p:spPr>
            <a:xfrm>
              <a:off x="9443053" y="5993889"/>
              <a:ext cx="0" cy="230637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8" name="グループ化 527">
              <a:extLst>
                <a:ext uri="{FF2B5EF4-FFF2-40B4-BE49-F238E27FC236}">
                  <a16:creationId xmlns:a16="http://schemas.microsoft.com/office/drawing/2014/main" id="{A5B080DD-F105-719A-9567-A697525D3DA5}"/>
                </a:ext>
              </a:extLst>
            </p:cNvPr>
            <p:cNvGrpSpPr/>
            <p:nvPr/>
          </p:nvGrpSpPr>
          <p:grpSpPr>
            <a:xfrm>
              <a:off x="9664917" y="6494517"/>
              <a:ext cx="255041" cy="97491"/>
              <a:chOff x="4825727" y="3457752"/>
              <a:chExt cx="255041" cy="97491"/>
            </a:xfrm>
          </p:grpSpPr>
          <p:cxnSp>
            <p:nvCxnSpPr>
              <p:cNvPr id="529" name="直線コネクタ 528">
                <a:extLst>
                  <a:ext uri="{FF2B5EF4-FFF2-40B4-BE49-F238E27FC236}">
                    <a16:creationId xmlns:a16="http://schemas.microsoft.com/office/drawing/2014/main" id="{B2C7C5AD-4239-8455-9F48-6DE31BF6A1E6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直線コネクタ 529">
                <a:extLst>
                  <a:ext uri="{FF2B5EF4-FFF2-40B4-BE49-F238E27FC236}">
                    <a16:creationId xmlns:a16="http://schemas.microsoft.com/office/drawing/2014/main" id="{E93E22E9-6998-BE09-4DC8-5AE3C7EF34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直線コネクタ 530">
                <a:extLst>
                  <a:ext uri="{FF2B5EF4-FFF2-40B4-BE49-F238E27FC236}">
                    <a16:creationId xmlns:a16="http://schemas.microsoft.com/office/drawing/2014/main" id="{89866560-7239-53F8-CACF-E72555AB84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直線コネクタ 531">
                <a:extLst>
                  <a:ext uri="{FF2B5EF4-FFF2-40B4-BE49-F238E27FC236}">
                    <a16:creationId xmlns:a16="http://schemas.microsoft.com/office/drawing/2014/main" id="{D1F4353B-CD98-6089-1393-A1CC95C2D6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直線コネクタ 532">
                <a:extLst>
                  <a:ext uri="{FF2B5EF4-FFF2-40B4-BE49-F238E27FC236}">
                    <a16:creationId xmlns:a16="http://schemas.microsoft.com/office/drawing/2014/main" id="{A6D4D916-F7C0-A84A-66B1-40C796875A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4" name="グループ化 533">
              <a:extLst>
                <a:ext uri="{FF2B5EF4-FFF2-40B4-BE49-F238E27FC236}">
                  <a16:creationId xmlns:a16="http://schemas.microsoft.com/office/drawing/2014/main" id="{4B03614E-9186-CD05-D959-BDAC224383D7}"/>
                </a:ext>
              </a:extLst>
            </p:cNvPr>
            <p:cNvGrpSpPr/>
            <p:nvPr/>
          </p:nvGrpSpPr>
          <p:grpSpPr>
            <a:xfrm rot="5400000">
              <a:off x="10314989" y="2803565"/>
              <a:ext cx="206082" cy="1801991"/>
              <a:chOff x="5347703" y="2582058"/>
              <a:chExt cx="206082" cy="1801991"/>
            </a:xfrm>
          </p:grpSpPr>
          <p:grpSp>
            <p:nvGrpSpPr>
              <p:cNvPr id="535" name="グループ化 534">
                <a:extLst>
                  <a:ext uri="{FF2B5EF4-FFF2-40B4-BE49-F238E27FC236}">
                    <a16:creationId xmlns:a16="http://schemas.microsoft.com/office/drawing/2014/main" id="{93A630F0-ED3E-5F8D-0E1B-5A662E6B478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538" name="直線コネクタ 537">
                  <a:extLst>
                    <a:ext uri="{FF2B5EF4-FFF2-40B4-BE49-F238E27FC236}">
                      <a16:creationId xmlns:a16="http://schemas.microsoft.com/office/drawing/2014/main" id="{4E19F970-3DD1-2625-1CFE-26DE6CD3B2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9" name="直線コネクタ 538">
                  <a:extLst>
                    <a:ext uri="{FF2B5EF4-FFF2-40B4-BE49-F238E27FC236}">
                      <a16:creationId xmlns:a16="http://schemas.microsoft.com/office/drawing/2014/main" id="{0F2EB937-72C0-B8C5-30C5-FB88BD6C3C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" name="直線コネクタ 539">
                  <a:extLst>
                    <a:ext uri="{FF2B5EF4-FFF2-40B4-BE49-F238E27FC236}">
                      <a16:creationId xmlns:a16="http://schemas.microsoft.com/office/drawing/2014/main" id="{C3AED8CF-351F-2749-A79F-5CAF649EE1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" name="直線コネクタ 540">
                  <a:extLst>
                    <a:ext uri="{FF2B5EF4-FFF2-40B4-BE49-F238E27FC236}">
                      <a16:creationId xmlns:a16="http://schemas.microsoft.com/office/drawing/2014/main" id="{B84FF876-0B58-107A-2EAB-B61C7F452E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直線コネクタ 541">
                  <a:extLst>
                    <a:ext uri="{FF2B5EF4-FFF2-40B4-BE49-F238E27FC236}">
                      <a16:creationId xmlns:a16="http://schemas.microsoft.com/office/drawing/2014/main" id="{6B470EDA-8B62-E76F-876E-FCF185A41F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" name="直線コネクタ 542">
                  <a:extLst>
                    <a:ext uri="{FF2B5EF4-FFF2-40B4-BE49-F238E27FC236}">
                      <a16:creationId xmlns:a16="http://schemas.microsoft.com/office/drawing/2014/main" id="{4C503828-B27B-DC0F-9137-3C31A89FE5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直線コネクタ 543">
                  <a:extLst>
                    <a:ext uri="{FF2B5EF4-FFF2-40B4-BE49-F238E27FC236}">
                      <a16:creationId xmlns:a16="http://schemas.microsoft.com/office/drawing/2014/main" id="{AF8B6572-FB57-F5C5-E1F1-5A6A7EC25A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6" name="直線コネクタ 535">
                <a:extLst>
                  <a:ext uri="{FF2B5EF4-FFF2-40B4-BE49-F238E27FC236}">
                    <a16:creationId xmlns:a16="http://schemas.microsoft.com/office/drawing/2014/main" id="{132EB52C-55DF-5803-B47E-1C2DBC5A034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5455799" y="2582058"/>
                <a:ext cx="0" cy="54000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7" name="直線コネクタ 536">
                <a:extLst>
                  <a:ext uri="{FF2B5EF4-FFF2-40B4-BE49-F238E27FC236}">
                    <a16:creationId xmlns:a16="http://schemas.microsoft.com/office/drawing/2014/main" id="{8A687511-449B-E6D5-9431-4D95A6F192CE}"/>
                  </a:ext>
                </a:extLst>
              </p:cNvPr>
              <p:cNvCxnSpPr/>
              <p:nvPr/>
            </p:nvCxnSpPr>
            <p:spPr>
              <a:xfrm>
                <a:off x="5450765" y="3448049"/>
                <a:ext cx="0" cy="936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5" name="グループ化 544">
              <a:extLst>
                <a:ext uri="{FF2B5EF4-FFF2-40B4-BE49-F238E27FC236}">
                  <a16:creationId xmlns:a16="http://schemas.microsoft.com/office/drawing/2014/main" id="{B9CE8777-F17D-03EC-AC59-CEE556D6CFBC}"/>
                </a:ext>
              </a:extLst>
            </p:cNvPr>
            <p:cNvGrpSpPr/>
            <p:nvPr/>
          </p:nvGrpSpPr>
          <p:grpSpPr>
            <a:xfrm>
              <a:off x="8778032" y="5267777"/>
              <a:ext cx="206082" cy="1242666"/>
              <a:chOff x="5347703" y="2889383"/>
              <a:chExt cx="206082" cy="1242666"/>
            </a:xfrm>
          </p:grpSpPr>
          <p:grpSp>
            <p:nvGrpSpPr>
              <p:cNvPr id="546" name="グループ化 545">
                <a:extLst>
                  <a:ext uri="{FF2B5EF4-FFF2-40B4-BE49-F238E27FC236}">
                    <a16:creationId xmlns:a16="http://schemas.microsoft.com/office/drawing/2014/main" id="{891AD017-BDD6-DD26-D1BB-DB48A3B1D31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549" name="直線コネクタ 548">
                  <a:extLst>
                    <a:ext uri="{FF2B5EF4-FFF2-40B4-BE49-F238E27FC236}">
                      <a16:creationId xmlns:a16="http://schemas.microsoft.com/office/drawing/2014/main" id="{D759D547-8D78-405B-4561-8462511041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0" name="直線コネクタ 549">
                  <a:extLst>
                    <a:ext uri="{FF2B5EF4-FFF2-40B4-BE49-F238E27FC236}">
                      <a16:creationId xmlns:a16="http://schemas.microsoft.com/office/drawing/2014/main" id="{BE713C8D-0792-B6D0-E7D6-E33201F5AA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1" name="直線コネクタ 550">
                  <a:extLst>
                    <a:ext uri="{FF2B5EF4-FFF2-40B4-BE49-F238E27FC236}">
                      <a16:creationId xmlns:a16="http://schemas.microsoft.com/office/drawing/2014/main" id="{ED427457-B7BD-1355-A56E-E070A4D27C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2" name="直線コネクタ 551">
                  <a:extLst>
                    <a:ext uri="{FF2B5EF4-FFF2-40B4-BE49-F238E27FC236}">
                      <a16:creationId xmlns:a16="http://schemas.microsoft.com/office/drawing/2014/main" id="{7C24967F-2E74-4B1A-24B8-5914778F96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直線コネクタ 552">
                  <a:extLst>
                    <a:ext uri="{FF2B5EF4-FFF2-40B4-BE49-F238E27FC236}">
                      <a16:creationId xmlns:a16="http://schemas.microsoft.com/office/drawing/2014/main" id="{6D18E818-F33C-F36A-42A5-A214304DBC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4" name="直線コネクタ 553">
                  <a:extLst>
                    <a:ext uri="{FF2B5EF4-FFF2-40B4-BE49-F238E27FC236}">
                      <a16:creationId xmlns:a16="http://schemas.microsoft.com/office/drawing/2014/main" id="{97EC91D2-7740-541C-802E-25AFAAAC67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" name="直線コネクタ 554">
                  <a:extLst>
                    <a:ext uri="{FF2B5EF4-FFF2-40B4-BE49-F238E27FC236}">
                      <a16:creationId xmlns:a16="http://schemas.microsoft.com/office/drawing/2014/main" id="{BD60AD89-53ED-CF0D-579C-67784C520F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7" name="直線コネクタ 546">
                <a:extLst>
                  <a:ext uri="{FF2B5EF4-FFF2-40B4-BE49-F238E27FC236}">
                    <a16:creationId xmlns:a16="http://schemas.microsoft.com/office/drawing/2014/main" id="{25FDE718-B644-918D-FD95-CA357468F0F0}"/>
                  </a:ext>
                </a:extLst>
              </p:cNvPr>
              <p:cNvCxnSpPr/>
              <p:nvPr/>
            </p:nvCxnSpPr>
            <p:spPr>
              <a:xfrm>
                <a:off x="5450744" y="2889383"/>
                <a:ext cx="0" cy="2306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直線コネクタ 547">
                <a:extLst>
                  <a:ext uri="{FF2B5EF4-FFF2-40B4-BE49-F238E27FC236}">
                    <a16:creationId xmlns:a16="http://schemas.microsoft.com/office/drawing/2014/main" id="{678A09C9-760E-4DC4-7C25-0CD905ACB954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684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6" name="円/楕円 555">
              <a:extLst>
                <a:ext uri="{FF2B5EF4-FFF2-40B4-BE49-F238E27FC236}">
                  <a16:creationId xmlns:a16="http://schemas.microsoft.com/office/drawing/2014/main" id="{CE9C5778-9549-A685-38E1-79979AF864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54881" y="5238454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57" name="直線コネクタ 556">
              <a:extLst>
                <a:ext uri="{FF2B5EF4-FFF2-40B4-BE49-F238E27FC236}">
                  <a16:creationId xmlns:a16="http://schemas.microsoft.com/office/drawing/2014/main" id="{1233D689-9637-E965-089D-A571B6AF06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34879" y="4077804"/>
              <a:ext cx="11088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8" name="グループ化 557">
              <a:extLst>
                <a:ext uri="{FF2B5EF4-FFF2-40B4-BE49-F238E27FC236}">
                  <a16:creationId xmlns:a16="http://schemas.microsoft.com/office/drawing/2014/main" id="{0EA74E89-BA7A-FDD6-8D7E-6A77EC72E4CA}"/>
                </a:ext>
              </a:extLst>
            </p:cNvPr>
            <p:cNvGrpSpPr/>
            <p:nvPr/>
          </p:nvGrpSpPr>
          <p:grpSpPr>
            <a:xfrm>
              <a:off x="8742204" y="6494517"/>
              <a:ext cx="255041" cy="97491"/>
              <a:chOff x="4825727" y="3457752"/>
              <a:chExt cx="255041" cy="97491"/>
            </a:xfrm>
          </p:grpSpPr>
          <p:cxnSp>
            <p:nvCxnSpPr>
              <p:cNvPr id="559" name="直線コネクタ 558">
                <a:extLst>
                  <a:ext uri="{FF2B5EF4-FFF2-40B4-BE49-F238E27FC236}">
                    <a16:creationId xmlns:a16="http://schemas.microsoft.com/office/drawing/2014/main" id="{61B33F54-B367-7E17-68A6-44A09008A8BB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直線コネクタ 559">
                <a:extLst>
                  <a:ext uri="{FF2B5EF4-FFF2-40B4-BE49-F238E27FC236}">
                    <a16:creationId xmlns:a16="http://schemas.microsoft.com/office/drawing/2014/main" id="{9578627A-2795-F325-0F7F-F04A0C23A6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直線コネクタ 560">
                <a:extLst>
                  <a:ext uri="{FF2B5EF4-FFF2-40B4-BE49-F238E27FC236}">
                    <a16:creationId xmlns:a16="http://schemas.microsoft.com/office/drawing/2014/main" id="{E93C9C6D-5776-4048-856B-4E6FA99604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直線コネクタ 561">
                <a:extLst>
                  <a:ext uri="{FF2B5EF4-FFF2-40B4-BE49-F238E27FC236}">
                    <a16:creationId xmlns:a16="http://schemas.microsoft.com/office/drawing/2014/main" id="{EBD2A0F6-BCAA-0CEF-142A-6ABA1C1C43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直線コネクタ 562">
                <a:extLst>
                  <a:ext uri="{FF2B5EF4-FFF2-40B4-BE49-F238E27FC236}">
                    <a16:creationId xmlns:a16="http://schemas.microsoft.com/office/drawing/2014/main" id="{96CCD7AB-FAC1-CC22-EB73-051735D353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5" name="グループ化 574">
              <a:extLst>
                <a:ext uri="{FF2B5EF4-FFF2-40B4-BE49-F238E27FC236}">
                  <a16:creationId xmlns:a16="http://schemas.microsoft.com/office/drawing/2014/main" id="{D87F2DED-5A39-0294-9FC4-F29FFB58F941}"/>
                </a:ext>
              </a:extLst>
            </p:cNvPr>
            <p:cNvGrpSpPr/>
            <p:nvPr/>
          </p:nvGrpSpPr>
          <p:grpSpPr>
            <a:xfrm rot="5400000">
              <a:off x="10311173" y="3986422"/>
              <a:ext cx="206082" cy="1897062"/>
              <a:chOff x="5347703" y="1838987"/>
              <a:chExt cx="206082" cy="1897062"/>
            </a:xfrm>
          </p:grpSpPr>
          <p:grpSp>
            <p:nvGrpSpPr>
              <p:cNvPr id="576" name="グループ化 575">
                <a:extLst>
                  <a:ext uri="{FF2B5EF4-FFF2-40B4-BE49-F238E27FC236}">
                    <a16:creationId xmlns:a16="http://schemas.microsoft.com/office/drawing/2014/main" id="{F1D22F05-AE25-EFD1-E08C-247CE7ABF32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579" name="直線コネクタ 578">
                  <a:extLst>
                    <a:ext uri="{FF2B5EF4-FFF2-40B4-BE49-F238E27FC236}">
                      <a16:creationId xmlns:a16="http://schemas.microsoft.com/office/drawing/2014/main" id="{A834702B-F811-7A75-7E45-B44306191E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0" name="直線コネクタ 579">
                  <a:extLst>
                    <a:ext uri="{FF2B5EF4-FFF2-40B4-BE49-F238E27FC236}">
                      <a16:creationId xmlns:a16="http://schemas.microsoft.com/office/drawing/2014/main" id="{75951BE0-A7B0-AD27-0C6E-ABB2D312FA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直線コネクタ 580">
                  <a:extLst>
                    <a:ext uri="{FF2B5EF4-FFF2-40B4-BE49-F238E27FC236}">
                      <a16:creationId xmlns:a16="http://schemas.microsoft.com/office/drawing/2014/main" id="{0A9AC784-1731-0792-8442-814D81C6CF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2" name="直線コネクタ 581">
                  <a:extLst>
                    <a:ext uri="{FF2B5EF4-FFF2-40B4-BE49-F238E27FC236}">
                      <a16:creationId xmlns:a16="http://schemas.microsoft.com/office/drawing/2014/main" id="{CE4029AE-F7C9-07CA-66EA-BB5695DA05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3" name="直線コネクタ 582">
                  <a:extLst>
                    <a:ext uri="{FF2B5EF4-FFF2-40B4-BE49-F238E27FC236}">
                      <a16:creationId xmlns:a16="http://schemas.microsoft.com/office/drawing/2014/main" id="{1CD0C84C-7C20-3DD3-09CE-E7EFF3C64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4" name="直線コネクタ 583">
                  <a:extLst>
                    <a:ext uri="{FF2B5EF4-FFF2-40B4-BE49-F238E27FC236}">
                      <a16:creationId xmlns:a16="http://schemas.microsoft.com/office/drawing/2014/main" id="{E788DC1D-354D-953C-0EFC-1699BB80C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5" name="直線コネクタ 584">
                  <a:extLst>
                    <a:ext uri="{FF2B5EF4-FFF2-40B4-BE49-F238E27FC236}">
                      <a16:creationId xmlns:a16="http://schemas.microsoft.com/office/drawing/2014/main" id="{066633A1-4A09-FD17-3389-094B712376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77" name="直線コネクタ 576">
                <a:extLst>
                  <a:ext uri="{FF2B5EF4-FFF2-40B4-BE49-F238E27FC236}">
                    <a16:creationId xmlns:a16="http://schemas.microsoft.com/office/drawing/2014/main" id="{B39C6EFE-AB77-FF2D-09CE-A2A4C16CFC5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805576" y="2474850"/>
                <a:ext cx="1281032" cy="9306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8" name="直線コネクタ 577">
                <a:extLst>
                  <a:ext uri="{FF2B5EF4-FFF2-40B4-BE49-F238E27FC236}">
                    <a16:creationId xmlns:a16="http://schemas.microsoft.com/office/drawing/2014/main" id="{5E2E72B9-BB21-A554-A879-F28221324A90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0" name="グループ化 619">
              <a:extLst>
                <a:ext uri="{FF2B5EF4-FFF2-40B4-BE49-F238E27FC236}">
                  <a16:creationId xmlns:a16="http://schemas.microsoft.com/office/drawing/2014/main" id="{5E4F796F-F3DF-F4E9-DA17-8468986084AD}"/>
                </a:ext>
              </a:extLst>
            </p:cNvPr>
            <p:cNvGrpSpPr/>
            <p:nvPr/>
          </p:nvGrpSpPr>
          <p:grpSpPr>
            <a:xfrm>
              <a:off x="7394854" y="4392266"/>
              <a:ext cx="255041" cy="97491"/>
              <a:chOff x="4825727" y="3457752"/>
              <a:chExt cx="255041" cy="97491"/>
            </a:xfrm>
          </p:grpSpPr>
          <p:cxnSp>
            <p:nvCxnSpPr>
              <p:cNvPr id="621" name="直線コネクタ 620">
                <a:extLst>
                  <a:ext uri="{FF2B5EF4-FFF2-40B4-BE49-F238E27FC236}">
                    <a16:creationId xmlns:a16="http://schemas.microsoft.com/office/drawing/2014/main" id="{E9FFCB49-A7EB-F497-078A-F682E47DF0EE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2" name="直線コネクタ 621">
                <a:extLst>
                  <a:ext uri="{FF2B5EF4-FFF2-40B4-BE49-F238E27FC236}">
                    <a16:creationId xmlns:a16="http://schemas.microsoft.com/office/drawing/2014/main" id="{AF34C000-C07E-2452-99D8-4F307AFF1F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直線コネクタ 622">
                <a:extLst>
                  <a:ext uri="{FF2B5EF4-FFF2-40B4-BE49-F238E27FC236}">
                    <a16:creationId xmlns:a16="http://schemas.microsoft.com/office/drawing/2014/main" id="{2F148DBE-AFE9-D67C-C514-73545AC7BF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" name="直線コネクタ 623">
                <a:extLst>
                  <a:ext uri="{FF2B5EF4-FFF2-40B4-BE49-F238E27FC236}">
                    <a16:creationId xmlns:a16="http://schemas.microsoft.com/office/drawing/2014/main" id="{05BDE786-8C9A-C6F1-2D8D-DA8659BDB2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5" name="直線コネクタ 624">
                <a:extLst>
                  <a:ext uri="{FF2B5EF4-FFF2-40B4-BE49-F238E27FC236}">
                    <a16:creationId xmlns:a16="http://schemas.microsoft.com/office/drawing/2014/main" id="{4692F757-0CE8-C393-CAAC-66E6D36082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6" name="グループ化 625">
              <a:extLst>
                <a:ext uri="{FF2B5EF4-FFF2-40B4-BE49-F238E27FC236}">
                  <a16:creationId xmlns:a16="http://schemas.microsoft.com/office/drawing/2014/main" id="{3EBE9A01-B13D-819C-57D6-17F7B6878D15}"/>
                </a:ext>
              </a:extLst>
            </p:cNvPr>
            <p:cNvGrpSpPr/>
            <p:nvPr/>
          </p:nvGrpSpPr>
          <p:grpSpPr>
            <a:xfrm>
              <a:off x="10373908" y="6494517"/>
              <a:ext cx="255041" cy="97491"/>
              <a:chOff x="4825727" y="3457752"/>
              <a:chExt cx="255041" cy="97491"/>
            </a:xfrm>
          </p:grpSpPr>
          <p:cxnSp>
            <p:nvCxnSpPr>
              <p:cNvPr id="627" name="直線コネクタ 626">
                <a:extLst>
                  <a:ext uri="{FF2B5EF4-FFF2-40B4-BE49-F238E27FC236}">
                    <a16:creationId xmlns:a16="http://schemas.microsoft.com/office/drawing/2014/main" id="{6D0EF15A-99D0-EE50-318D-ADCCD69AA9FD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直線コネクタ 627">
                <a:extLst>
                  <a:ext uri="{FF2B5EF4-FFF2-40B4-BE49-F238E27FC236}">
                    <a16:creationId xmlns:a16="http://schemas.microsoft.com/office/drawing/2014/main" id="{82B23B14-DC41-35D7-C721-9204AD8E63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直線コネクタ 628">
                <a:extLst>
                  <a:ext uri="{FF2B5EF4-FFF2-40B4-BE49-F238E27FC236}">
                    <a16:creationId xmlns:a16="http://schemas.microsoft.com/office/drawing/2014/main" id="{38871DF8-5D55-CE05-BC4C-E78D169710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0" name="直線コネクタ 629">
                <a:extLst>
                  <a:ext uri="{FF2B5EF4-FFF2-40B4-BE49-F238E27FC236}">
                    <a16:creationId xmlns:a16="http://schemas.microsoft.com/office/drawing/2014/main" id="{13DD4AC6-ABBD-34FE-003B-A9594CBE4C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1" name="直線コネクタ 630">
                <a:extLst>
                  <a:ext uri="{FF2B5EF4-FFF2-40B4-BE49-F238E27FC236}">
                    <a16:creationId xmlns:a16="http://schemas.microsoft.com/office/drawing/2014/main" id="{14A72FE4-4E93-7DE2-6DCD-610757713E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2" name="グループ化 631">
              <a:extLst>
                <a:ext uri="{FF2B5EF4-FFF2-40B4-BE49-F238E27FC236}">
                  <a16:creationId xmlns:a16="http://schemas.microsoft.com/office/drawing/2014/main" id="{DB0521AD-E797-71B9-6DB9-B58EA5B216E0}"/>
                </a:ext>
              </a:extLst>
            </p:cNvPr>
            <p:cNvGrpSpPr/>
            <p:nvPr/>
          </p:nvGrpSpPr>
          <p:grpSpPr>
            <a:xfrm>
              <a:off x="10382256" y="4924577"/>
              <a:ext cx="240280" cy="1568967"/>
              <a:chOff x="4739801" y="4856886"/>
              <a:chExt cx="240280" cy="1568967"/>
            </a:xfrm>
          </p:grpSpPr>
          <p:cxnSp>
            <p:nvCxnSpPr>
              <p:cNvPr id="633" name="直線コネクタ 632">
                <a:extLst>
                  <a:ext uri="{FF2B5EF4-FFF2-40B4-BE49-F238E27FC236}">
                    <a16:creationId xmlns:a16="http://schemas.microsoft.com/office/drawing/2014/main" id="{5D92054D-9905-9771-3C41-D58E136915AC}"/>
                  </a:ext>
                </a:extLst>
              </p:cNvPr>
              <p:cNvCxnSpPr/>
              <p:nvPr/>
            </p:nvCxnSpPr>
            <p:spPr>
              <a:xfrm>
                <a:off x="4739801" y="5823495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4" name="直線コネクタ 633">
                <a:extLst>
                  <a:ext uri="{FF2B5EF4-FFF2-40B4-BE49-F238E27FC236}">
                    <a16:creationId xmlns:a16="http://schemas.microsoft.com/office/drawing/2014/main" id="{205D2ED5-2438-D094-2DB9-E4E2084175C2}"/>
                  </a:ext>
                </a:extLst>
              </p:cNvPr>
              <p:cNvCxnSpPr/>
              <p:nvPr/>
            </p:nvCxnSpPr>
            <p:spPr>
              <a:xfrm>
                <a:off x="4739801" y="5921854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線コネクタ 634">
                <a:extLst>
                  <a:ext uri="{FF2B5EF4-FFF2-40B4-BE49-F238E27FC236}">
                    <a16:creationId xmlns:a16="http://schemas.microsoft.com/office/drawing/2014/main" id="{6FFBD815-B536-9E0B-56EB-851F9A85AC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9941" y="4856886"/>
                <a:ext cx="0" cy="972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6" name="直線コネクタ 635">
                <a:extLst>
                  <a:ext uri="{FF2B5EF4-FFF2-40B4-BE49-F238E27FC236}">
                    <a16:creationId xmlns:a16="http://schemas.microsoft.com/office/drawing/2014/main" id="{11225D12-E065-BAC8-432F-BC855BFF30AE}"/>
                  </a:ext>
                </a:extLst>
              </p:cNvPr>
              <p:cNvCxnSpPr/>
              <p:nvPr/>
            </p:nvCxnSpPr>
            <p:spPr>
              <a:xfrm>
                <a:off x="4859941" y="5921853"/>
                <a:ext cx="0" cy="504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7" name="グループ化 636">
              <a:extLst>
                <a:ext uri="{FF2B5EF4-FFF2-40B4-BE49-F238E27FC236}">
                  <a16:creationId xmlns:a16="http://schemas.microsoft.com/office/drawing/2014/main" id="{DAB7BBBC-92BD-4D40-086A-1F97406E3F90}"/>
                </a:ext>
              </a:extLst>
            </p:cNvPr>
            <p:cNvGrpSpPr/>
            <p:nvPr/>
          </p:nvGrpSpPr>
          <p:grpSpPr>
            <a:xfrm>
              <a:off x="10926998" y="6484954"/>
              <a:ext cx="255041" cy="97491"/>
              <a:chOff x="4825727" y="3457752"/>
              <a:chExt cx="255041" cy="97491"/>
            </a:xfrm>
          </p:grpSpPr>
          <p:cxnSp>
            <p:nvCxnSpPr>
              <p:cNvPr id="638" name="直線コネクタ 637">
                <a:extLst>
                  <a:ext uri="{FF2B5EF4-FFF2-40B4-BE49-F238E27FC236}">
                    <a16:creationId xmlns:a16="http://schemas.microsoft.com/office/drawing/2014/main" id="{6659EA34-F555-425D-99B6-A90DADE56604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9" name="直線コネクタ 638">
                <a:extLst>
                  <a:ext uri="{FF2B5EF4-FFF2-40B4-BE49-F238E27FC236}">
                    <a16:creationId xmlns:a16="http://schemas.microsoft.com/office/drawing/2014/main" id="{46279592-D761-7539-C0B6-C3D06B714C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線コネクタ 639">
                <a:extLst>
                  <a:ext uri="{FF2B5EF4-FFF2-40B4-BE49-F238E27FC236}">
                    <a16:creationId xmlns:a16="http://schemas.microsoft.com/office/drawing/2014/main" id="{2F950597-3973-8B2D-BAB5-75952B92AD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1" name="直線コネクタ 640">
                <a:extLst>
                  <a:ext uri="{FF2B5EF4-FFF2-40B4-BE49-F238E27FC236}">
                    <a16:creationId xmlns:a16="http://schemas.microsoft.com/office/drawing/2014/main" id="{1CA52493-F53A-7BB9-FC79-840105ABC1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直線コネクタ 641">
                <a:extLst>
                  <a:ext uri="{FF2B5EF4-FFF2-40B4-BE49-F238E27FC236}">
                    <a16:creationId xmlns:a16="http://schemas.microsoft.com/office/drawing/2014/main" id="{2861C07C-8829-C79D-2986-ED2DA10524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3" name="円/楕円 642">
              <a:extLst>
                <a:ext uri="{FF2B5EF4-FFF2-40B4-BE49-F238E27FC236}">
                  <a16:creationId xmlns:a16="http://schemas.microsoft.com/office/drawing/2014/main" id="{A37C2277-CA63-FFE2-B725-07AA4917A8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07053" y="4041804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5" name="円/楕円 644">
              <a:extLst>
                <a:ext uri="{FF2B5EF4-FFF2-40B4-BE49-F238E27FC236}">
                  <a16:creationId xmlns:a16="http://schemas.microsoft.com/office/drawing/2014/main" id="{D4F507FC-21C3-CF29-6F95-2A75DC4987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07053" y="4894089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7" name="円/楕円 646">
              <a:extLst>
                <a:ext uri="{FF2B5EF4-FFF2-40B4-BE49-F238E27FC236}">
                  <a16:creationId xmlns:a16="http://schemas.microsoft.com/office/drawing/2014/main" id="{C8B4A476-D9FA-0A76-CD84-0CEADA0C30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65145" y="4889647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9" name="テキスト ボックス 648">
              <a:extLst>
                <a:ext uri="{FF2B5EF4-FFF2-40B4-BE49-F238E27FC236}">
                  <a16:creationId xmlns:a16="http://schemas.microsoft.com/office/drawing/2014/main" id="{6DB85F52-3BC6-3FCB-FD37-A32C774C8358}"/>
                </a:ext>
              </a:extLst>
            </p:cNvPr>
            <p:cNvSpPr txBox="1"/>
            <p:nvPr/>
          </p:nvSpPr>
          <p:spPr>
            <a:xfrm>
              <a:off x="11318797" y="4802536"/>
              <a:ext cx="5100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ja-JP" sz="1000">
                  <a:latin typeface="Arial" panose="020B0604020202020204" pitchFamily="34" charset="0"/>
                  <a:cs typeface="Arial" panose="020B0604020202020204" pitchFamily="34" charset="0"/>
                </a:rPr>
                <a:t>GP26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2" name="テキスト ボックス 651">
              <a:extLst>
                <a:ext uri="{FF2B5EF4-FFF2-40B4-BE49-F238E27FC236}">
                  <a16:creationId xmlns:a16="http://schemas.microsoft.com/office/drawing/2014/main" id="{158F006F-1E37-1902-7ECE-9D332AF6DDE6}"/>
                </a:ext>
              </a:extLst>
            </p:cNvPr>
            <p:cNvSpPr txBox="1"/>
            <p:nvPr/>
          </p:nvSpPr>
          <p:spPr>
            <a:xfrm>
              <a:off x="10565067" y="5835021"/>
              <a:ext cx="568590" cy="263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ja-JP" sz="1000"/>
                <a:t>0.047</a:t>
              </a:r>
              <a:endParaRPr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4" name="テキスト ボックス 653">
              <a:extLst>
                <a:ext uri="{FF2B5EF4-FFF2-40B4-BE49-F238E27FC236}">
                  <a16:creationId xmlns:a16="http://schemas.microsoft.com/office/drawing/2014/main" id="{BCB9861A-323F-D63A-BE7F-4BEFB0235C76}"/>
                </a:ext>
              </a:extLst>
            </p:cNvPr>
            <p:cNvSpPr txBox="1"/>
            <p:nvPr/>
          </p:nvSpPr>
          <p:spPr>
            <a:xfrm>
              <a:off x="8020369" y="4023976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5" name="テキスト ボックス 654">
              <a:extLst>
                <a:ext uri="{FF2B5EF4-FFF2-40B4-BE49-F238E27FC236}">
                  <a16:creationId xmlns:a16="http://schemas.microsoft.com/office/drawing/2014/main" id="{FDECD024-D6E0-4D77-0C8B-1906CD3FE180}"/>
                </a:ext>
              </a:extLst>
            </p:cNvPr>
            <p:cNvSpPr txBox="1"/>
            <p:nvPr/>
          </p:nvSpPr>
          <p:spPr>
            <a:xfrm>
              <a:off x="7869701" y="4688732"/>
              <a:ext cx="4251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6.8k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6" name="テキスト ボックス 655">
              <a:extLst>
                <a:ext uri="{FF2B5EF4-FFF2-40B4-BE49-F238E27FC236}">
                  <a16:creationId xmlns:a16="http://schemas.microsoft.com/office/drawing/2014/main" id="{4CBB3ED9-647F-51CE-263D-6D9FED28FB3F}"/>
                </a:ext>
              </a:extLst>
            </p:cNvPr>
            <p:cNvSpPr txBox="1"/>
            <p:nvPr/>
          </p:nvSpPr>
          <p:spPr>
            <a:xfrm>
              <a:off x="10406694" y="3394591"/>
              <a:ext cx="3962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7" name="テキスト ボックス 656">
              <a:extLst>
                <a:ext uri="{FF2B5EF4-FFF2-40B4-BE49-F238E27FC236}">
                  <a16:creationId xmlns:a16="http://schemas.microsoft.com/office/drawing/2014/main" id="{E6C0DED4-692C-5B48-ED9D-1CBB92C0CF6B}"/>
                </a:ext>
              </a:extLst>
            </p:cNvPr>
            <p:cNvSpPr txBox="1"/>
            <p:nvPr/>
          </p:nvSpPr>
          <p:spPr>
            <a:xfrm>
              <a:off x="8463596" y="5573382"/>
              <a:ext cx="3898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22k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8" name="テキスト ボックス 657">
              <a:extLst>
                <a:ext uri="{FF2B5EF4-FFF2-40B4-BE49-F238E27FC236}">
                  <a16:creationId xmlns:a16="http://schemas.microsoft.com/office/drawing/2014/main" id="{A5AF4075-5DE6-2728-F3BB-E1F6C911054E}"/>
                </a:ext>
              </a:extLst>
            </p:cNvPr>
            <p:cNvSpPr txBox="1"/>
            <p:nvPr/>
          </p:nvSpPr>
          <p:spPr>
            <a:xfrm>
              <a:off x="9023200" y="6156938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47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9" name="テキスト ボックス 658">
              <a:extLst>
                <a:ext uri="{FF2B5EF4-FFF2-40B4-BE49-F238E27FC236}">
                  <a16:creationId xmlns:a16="http://schemas.microsoft.com/office/drawing/2014/main" id="{49432B35-EF97-5F7B-514B-97D247B8A131}"/>
                </a:ext>
              </a:extLst>
            </p:cNvPr>
            <p:cNvSpPr txBox="1"/>
            <p:nvPr/>
          </p:nvSpPr>
          <p:spPr>
            <a:xfrm>
              <a:off x="9851172" y="6155667"/>
              <a:ext cx="3962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56</a:t>
              </a:r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0" name="テキスト ボックス 659">
              <a:extLst>
                <a:ext uri="{FF2B5EF4-FFF2-40B4-BE49-F238E27FC236}">
                  <a16:creationId xmlns:a16="http://schemas.microsoft.com/office/drawing/2014/main" id="{1140EB02-0820-295D-A30A-F4192AB63344}"/>
                </a:ext>
              </a:extLst>
            </p:cNvPr>
            <p:cNvSpPr txBox="1"/>
            <p:nvPr/>
          </p:nvSpPr>
          <p:spPr>
            <a:xfrm>
              <a:off x="8989469" y="4526429"/>
              <a:ext cx="4251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3.3k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1" name="テキスト ボックス 660">
              <a:extLst>
                <a:ext uri="{FF2B5EF4-FFF2-40B4-BE49-F238E27FC236}">
                  <a16:creationId xmlns:a16="http://schemas.microsoft.com/office/drawing/2014/main" id="{A49B0A57-256D-5B24-FEA7-A3DC4A910823}"/>
                </a:ext>
              </a:extLst>
            </p:cNvPr>
            <p:cNvSpPr txBox="1"/>
            <p:nvPr/>
          </p:nvSpPr>
          <p:spPr>
            <a:xfrm>
              <a:off x="11318797" y="3545047"/>
              <a:ext cx="4090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3V3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3" name="テキスト ボックス 662">
              <a:extLst>
                <a:ext uri="{FF2B5EF4-FFF2-40B4-BE49-F238E27FC236}">
                  <a16:creationId xmlns:a16="http://schemas.microsoft.com/office/drawing/2014/main" id="{0E58845C-DDFF-1F8C-51DA-3E478BCC92F5}"/>
                </a:ext>
              </a:extLst>
            </p:cNvPr>
            <p:cNvSpPr txBox="1"/>
            <p:nvPr/>
          </p:nvSpPr>
          <p:spPr>
            <a:xfrm>
              <a:off x="9723748" y="4574170"/>
              <a:ext cx="488526" cy="263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2.2k</a:t>
              </a:r>
              <a:endParaRPr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4" name="テキスト ボックス 663">
              <a:extLst>
                <a:ext uri="{FF2B5EF4-FFF2-40B4-BE49-F238E27FC236}">
                  <a16:creationId xmlns:a16="http://schemas.microsoft.com/office/drawing/2014/main" id="{F9E4AE8D-84FC-E221-ACB8-81D6EC9E9C35}"/>
                </a:ext>
              </a:extLst>
            </p:cNvPr>
            <p:cNvSpPr txBox="1"/>
            <p:nvPr/>
          </p:nvSpPr>
          <p:spPr>
            <a:xfrm>
              <a:off x="9548575" y="5184713"/>
              <a:ext cx="7152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2SC1815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65" name="グループ化 664">
              <a:extLst>
                <a:ext uri="{FF2B5EF4-FFF2-40B4-BE49-F238E27FC236}">
                  <a16:creationId xmlns:a16="http://schemas.microsoft.com/office/drawing/2014/main" id="{D2A703E6-4326-59D9-B1A6-A21FB5C9BC3C}"/>
                </a:ext>
              </a:extLst>
            </p:cNvPr>
            <p:cNvGrpSpPr/>
            <p:nvPr/>
          </p:nvGrpSpPr>
          <p:grpSpPr>
            <a:xfrm>
              <a:off x="7756676" y="3703215"/>
              <a:ext cx="294247" cy="683621"/>
              <a:chOff x="4685834" y="5418232"/>
              <a:chExt cx="294247" cy="683621"/>
            </a:xfrm>
          </p:grpSpPr>
          <p:grpSp>
            <p:nvGrpSpPr>
              <p:cNvPr id="666" name="グループ化 665">
                <a:extLst>
                  <a:ext uri="{FF2B5EF4-FFF2-40B4-BE49-F238E27FC236}">
                    <a16:creationId xmlns:a16="http://schemas.microsoft.com/office/drawing/2014/main" id="{8178A00D-C494-86DF-7446-BDBBB8EE6B4D}"/>
                  </a:ext>
                </a:extLst>
              </p:cNvPr>
              <p:cNvGrpSpPr/>
              <p:nvPr/>
            </p:nvGrpSpPr>
            <p:grpSpPr>
              <a:xfrm>
                <a:off x="4739801" y="5418232"/>
                <a:ext cx="240280" cy="683621"/>
                <a:chOff x="4739801" y="5418232"/>
                <a:chExt cx="240280" cy="683621"/>
              </a:xfrm>
            </p:grpSpPr>
            <p:cxnSp>
              <p:nvCxnSpPr>
                <p:cNvPr id="668" name="直線コネクタ 667">
                  <a:extLst>
                    <a:ext uri="{FF2B5EF4-FFF2-40B4-BE49-F238E27FC236}">
                      <a16:creationId xmlns:a16="http://schemas.microsoft.com/office/drawing/2014/main" id="{D3118BC0-736B-DD4B-62CC-E8E44E3FB0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8936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9" name="直線コネクタ 668">
                  <a:extLst>
                    <a:ext uri="{FF2B5EF4-FFF2-40B4-BE49-F238E27FC236}">
                      <a16:creationId xmlns:a16="http://schemas.microsoft.com/office/drawing/2014/main" id="{057A2AEE-3E1D-E6CB-D6C0-489642A003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80150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0" name="直線コネクタ 669">
                  <a:extLst>
                    <a:ext uri="{FF2B5EF4-FFF2-40B4-BE49-F238E27FC236}">
                      <a16:creationId xmlns:a16="http://schemas.microsoft.com/office/drawing/2014/main" id="{9E130953-CABC-E7AF-D3E2-0461598B0C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38428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1" name="直線コネクタ 670">
                  <a:extLst>
                    <a:ext uri="{FF2B5EF4-FFF2-40B4-BE49-F238E27FC236}">
                      <a16:creationId xmlns:a16="http://schemas.microsoft.com/office/drawing/2014/main" id="{DB45E47B-1B38-484F-3C08-26C6D78CA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41015" y="5827954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2" name="直線コネクタ 671">
                  <a:extLst>
                    <a:ext uri="{FF2B5EF4-FFF2-40B4-BE49-F238E27FC236}">
                      <a16:creationId xmlns:a16="http://schemas.microsoft.com/office/drawing/2014/main" id="{5FE7F170-0F1A-1FA4-7825-BC7112FC39DA}"/>
                    </a:ext>
                  </a:extLst>
                </p:cNvPr>
                <p:cNvCxnSpPr/>
                <p:nvPr/>
              </p:nvCxnSpPr>
              <p:spPr>
                <a:xfrm>
                  <a:off x="4739801" y="5836195"/>
                  <a:ext cx="2402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3" name="直線コネクタ 672">
                  <a:extLst>
                    <a:ext uri="{FF2B5EF4-FFF2-40B4-BE49-F238E27FC236}">
                      <a16:creationId xmlns:a16="http://schemas.microsoft.com/office/drawing/2014/main" id="{092E3F5D-73D4-5AFF-1EB5-5BD9077ED732}"/>
                    </a:ext>
                  </a:extLst>
                </p:cNvPr>
                <p:cNvCxnSpPr/>
                <p:nvPr/>
              </p:nvCxnSpPr>
              <p:spPr>
                <a:xfrm>
                  <a:off x="4739801" y="5921854"/>
                  <a:ext cx="2402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4" name="直線コネクタ 673">
                  <a:extLst>
                    <a:ext uri="{FF2B5EF4-FFF2-40B4-BE49-F238E27FC236}">
                      <a16:creationId xmlns:a16="http://schemas.microsoft.com/office/drawing/2014/main" id="{3D3F514A-C8D9-4400-ED5C-21FA0B65D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59941" y="5418232"/>
                  <a:ext cx="0" cy="432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5" name="直線コネクタ 674">
                  <a:extLst>
                    <a:ext uri="{FF2B5EF4-FFF2-40B4-BE49-F238E27FC236}">
                      <a16:creationId xmlns:a16="http://schemas.microsoft.com/office/drawing/2014/main" id="{DEC751E8-18D5-5895-EE2C-DCA0D82A5AE7}"/>
                    </a:ext>
                  </a:extLst>
                </p:cNvPr>
                <p:cNvCxnSpPr/>
                <p:nvPr/>
              </p:nvCxnSpPr>
              <p:spPr>
                <a:xfrm>
                  <a:off x="4859941" y="5921853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7" name="テキスト ボックス 666">
                <a:extLst>
                  <a:ext uri="{FF2B5EF4-FFF2-40B4-BE49-F238E27FC236}">
                    <a16:creationId xmlns:a16="http://schemas.microsoft.com/office/drawing/2014/main" id="{CE359C42-5C5F-4B23-2328-0643427CEE2B}"/>
                  </a:ext>
                </a:extLst>
              </p:cNvPr>
              <p:cNvSpPr txBox="1"/>
              <p:nvPr/>
            </p:nvSpPr>
            <p:spPr>
              <a:xfrm>
                <a:off x="4685834" y="5622800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ja-JP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＋</a:t>
                </a:r>
              </a:p>
            </p:txBody>
          </p:sp>
        </p:grpSp>
        <p:grpSp>
          <p:nvGrpSpPr>
            <p:cNvPr id="676" name="グループ化 675">
              <a:extLst>
                <a:ext uri="{FF2B5EF4-FFF2-40B4-BE49-F238E27FC236}">
                  <a16:creationId xmlns:a16="http://schemas.microsoft.com/office/drawing/2014/main" id="{BECC675C-A89F-474E-732E-91114165CFF7}"/>
                </a:ext>
              </a:extLst>
            </p:cNvPr>
            <p:cNvGrpSpPr/>
            <p:nvPr/>
          </p:nvGrpSpPr>
          <p:grpSpPr>
            <a:xfrm>
              <a:off x="7411704" y="3696263"/>
              <a:ext cx="240280" cy="703746"/>
              <a:chOff x="4739801" y="5398107"/>
              <a:chExt cx="240280" cy="703746"/>
            </a:xfrm>
          </p:grpSpPr>
          <p:cxnSp>
            <p:nvCxnSpPr>
              <p:cNvPr id="677" name="直線コネクタ 676">
                <a:extLst>
                  <a:ext uri="{FF2B5EF4-FFF2-40B4-BE49-F238E27FC236}">
                    <a16:creationId xmlns:a16="http://schemas.microsoft.com/office/drawing/2014/main" id="{D1D59FA9-2C4A-9E5E-1938-C45D0BF6391E}"/>
                  </a:ext>
                </a:extLst>
              </p:cNvPr>
              <p:cNvCxnSpPr/>
              <p:nvPr/>
            </p:nvCxnSpPr>
            <p:spPr>
              <a:xfrm>
                <a:off x="4739801" y="5823495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8" name="直線コネクタ 677">
                <a:extLst>
                  <a:ext uri="{FF2B5EF4-FFF2-40B4-BE49-F238E27FC236}">
                    <a16:creationId xmlns:a16="http://schemas.microsoft.com/office/drawing/2014/main" id="{736E1311-0452-FF02-6A42-94B308FF051E}"/>
                  </a:ext>
                </a:extLst>
              </p:cNvPr>
              <p:cNvCxnSpPr/>
              <p:nvPr/>
            </p:nvCxnSpPr>
            <p:spPr>
              <a:xfrm>
                <a:off x="4739801" y="5921854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9" name="直線コネクタ 678">
                <a:extLst>
                  <a:ext uri="{FF2B5EF4-FFF2-40B4-BE49-F238E27FC236}">
                    <a16:creationId xmlns:a16="http://schemas.microsoft.com/office/drawing/2014/main" id="{165C38BA-B4E5-C9D4-5648-66A9191EF4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59941" y="5398107"/>
                <a:ext cx="0" cy="4476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0" name="直線コネクタ 679">
                <a:extLst>
                  <a:ext uri="{FF2B5EF4-FFF2-40B4-BE49-F238E27FC236}">
                    <a16:creationId xmlns:a16="http://schemas.microsoft.com/office/drawing/2014/main" id="{55B18329-F4FB-0D53-0F17-66B9887F50DA}"/>
                  </a:ext>
                </a:extLst>
              </p:cNvPr>
              <p:cNvCxnSpPr/>
              <p:nvPr/>
            </p:nvCxnSpPr>
            <p:spPr>
              <a:xfrm>
                <a:off x="4859941" y="5921853"/>
                <a:ext cx="0" cy="18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2" name="弦 681">
              <a:extLst>
                <a:ext uri="{FF2B5EF4-FFF2-40B4-BE49-F238E27FC236}">
                  <a16:creationId xmlns:a16="http://schemas.microsoft.com/office/drawing/2014/main" id="{BB4FB068-8D9A-03A6-66AF-1845A7B24CAB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7374547" y="5075635"/>
              <a:ext cx="516711" cy="516711"/>
            </a:xfrm>
            <a:prstGeom prst="chord">
              <a:avLst>
                <a:gd name="adj1" fmla="val 21439266"/>
                <a:gd name="adj2" fmla="val 1094831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83" name="グループ化 682">
              <a:extLst>
                <a:ext uri="{FF2B5EF4-FFF2-40B4-BE49-F238E27FC236}">
                  <a16:creationId xmlns:a16="http://schemas.microsoft.com/office/drawing/2014/main" id="{ACB7C517-68D8-6826-2CB4-3DA85637EB0B}"/>
                </a:ext>
              </a:extLst>
            </p:cNvPr>
            <p:cNvGrpSpPr/>
            <p:nvPr/>
          </p:nvGrpSpPr>
          <p:grpSpPr>
            <a:xfrm>
              <a:off x="8786298" y="4074743"/>
              <a:ext cx="206082" cy="1189444"/>
              <a:chOff x="5347703" y="2438605"/>
              <a:chExt cx="206082" cy="1189444"/>
            </a:xfrm>
          </p:grpSpPr>
          <p:grpSp>
            <p:nvGrpSpPr>
              <p:cNvPr id="684" name="グループ化 683">
                <a:extLst>
                  <a:ext uri="{FF2B5EF4-FFF2-40B4-BE49-F238E27FC236}">
                    <a16:creationId xmlns:a16="http://schemas.microsoft.com/office/drawing/2014/main" id="{F0F37FC7-D339-909B-88F2-7A965107137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687" name="直線コネクタ 686">
                  <a:extLst>
                    <a:ext uri="{FF2B5EF4-FFF2-40B4-BE49-F238E27FC236}">
                      <a16:creationId xmlns:a16="http://schemas.microsoft.com/office/drawing/2014/main" id="{D2EA05CC-BC8B-5215-A68F-301A472B5D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8" name="直線コネクタ 687">
                  <a:extLst>
                    <a:ext uri="{FF2B5EF4-FFF2-40B4-BE49-F238E27FC236}">
                      <a16:creationId xmlns:a16="http://schemas.microsoft.com/office/drawing/2014/main" id="{E816BCA7-674F-CB10-C6BB-ECEB7A6748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9" name="直線コネクタ 688">
                  <a:extLst>
                    <a:ext uri="{FF2B5EF4-FFF2-40B4-BE49-F238E27FC236}">
                      <a16:creationId xmlns:a16="http://schemas.microsoft.com/office/drawing/2014/main" id="{34CE61D8-BF7C-5A7F-9729-5ADA0FA10E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0" name="直線コネクタ 689">
                  <a:extLst>
                    <a:ext uri="{FF2B5EF4-FFF2-40B4-BE49-F238E27FC236}">
                      <a16:creationId xmlns:a16="http://schemas.microsoft.com/office/drawing/2014/main" id="{591BDDCE-F13A-C935-8BFD-8995222D3C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1" name="直線コネクタ 690">
                  <a:extLst>
                    <a:ext uri="{FF2B5EF4-FFF2-40B4-BE49-F238E27FC236}">
                      <a16:creationId xmlns:a16="http://schemas.microsoft.com/office/drawing/2014/main" id="{79E75F80-84A6-93BD-6141-19D5981C5D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2" name="直線コネクタ 691">
                  <a:extLst>
                    <a:ext uri="{FF2B5EF4-FFF2-40B4-BE49-F238E27FC236}">
                      <a16:creationId xmlns:a16="http://schemas.microsoft.com/office/drawing/2014/main" id="{4BB8B5A9-63FE-2466-6716-D65BA677F4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3" name="直線コネクタ 692">
                  <a:extLst>
                    <a:ext uri="{FF2B5EF4-FFF2-40B4-BE49-F238E27FC236}">
                      <a16:creationId xmlns:a16="http://schemas.microsoft.com/office/drawing/2014/main" id="{6C9D853C-C4B4-CE5A-144F-44A486139E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85" name="直線コネクタ 684">
                <a:extLst>
                  <a:ext uri="{FF2B5EF4-FFF2-40B4-BE49-F238E27FC236}">
                    <a16:creationId xmlns:a16="http://schemas.microsoft.com/office/drawing/2014/main" id="{5DF9C995-3DCC-2BC0-A3A1-492251929E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0744" y="2438605"/>
                <a:ext cx="0" cy="6777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6" name="直線コネクタ 685">
                <a:extLst>
                  <a:ext uri="{FF2B5EF4-FFF2-40B4-BE49-F238E27FC236}">
                    <a16:creationId xmlns:a16="http://schemas.microsoft.com/office/drawing/2014/main" id="{C18FC44C-C62F-F633-4430-CDF03EFDCC64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18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4" name="テキスト ボックス 693">
              <a:extLst>
                <a:ext uri="{FF2B5EF4-FFF2-40B4-BE49-F238E27FC236}">
                  <a16:creationId xmlns:a16="http://schemas.microsoft.com/office/drawing/2014/main" id="{8B8D7C64-BB13-AD4F-9D89-1142C71860CD}"/>
                </a:ext>
              </a:extLst>
            </p:cNvPr>
            <p:cNvSpPr txBox="1"/>
            <p:nvPr/>
          </p:nvSpPr>
          <p:spPr>
            <a:xfrm>
              <a:off x="8454520" y="4770901"/>
              <a:ext cx="3898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47k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7" name="テキスト ボックス 696">
              <a:extLst>
                <a:ext uri="{FF2B5EF4-FFF2-40B4-BE49-F238E27FC236}">
                  <a16:creationId xmlns:a16="http://schemas.microsoft.com/office/drawing/2014/main" id="{980A24DC-823C-03B0-05D8-0BA0E6AEA92C}"/>
                </a:ext>
              </a:extLst>
            </p:cNvPr>
            <p:cNvSpPr txBox="1"/>
            <p:nvPr/>
          </p:nvSpPr>
          <p:spPr>
            <a:xfrm>
              <a:off x="7869656" y="5076626"/>
              <a:ext cx="179536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ja-JP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＋</a:t>
              </a:r>
            </a:p>
          </p:txBody>
        </p:sp>
        <p:sp>
          <p:nvSpPr>
            <p:cNvPr id="698" name="円/楕円 697">
              <a:extLst>
                <a:ext uri="{FF2B5EF4-FFF2-40B4-BE49-F238E27FC236}">
                  <a16:creationId xmlns:a16="http://schemas.microsoft.com/office/drawing/2014/main" id="{17A2F967-BEC2-B221-C6A3-477A3CD64F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89220" y="5228169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9" name="テキスト ボックス 698">
              <a:extLst>
                <a:ext uri="{FF2B5EF4-FFF2-40B4-BE49-F238E27FC236}">
                  <a16:creationId xmlns:a16="http://schemas.microsoft.com/office/drawing/2014/main" id="{33499905-D3CD-37C2-4CB4-7ED587092E05}"/>
                </a:ext>
              </a:extLst>
            </p:cNvPr>
            <p:cNvSpPr txBox="1"/>
            <p:nvPr/>
          </p:nvSpPr>
          <p:spPr>
            <a:xfrm>
              <a:off x="8406523" y="5353191"/>
              <a:ext cx="2462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01" name="直線コネクタ 700">
              <a:extLst>
                <a:ext uri="{FF2B5EF4-FFF2-40B4-BE49-F238E27FC236}">
                  <a16:creationId xmlns:a16="http://schemas.microsoft.com/office/drawing/2014/main" id="{A2724259-0C2D-6B4A-7097-BFF485B430B5}"/>
                </a:ext>
              </a:extLst>
            </p:cNvPr>
            <p:cNvCxnSpPr/>
            <p:nvPr/>
          </p:nvCxnSpPr>
          <p:spPr>
            <a:xfrm>
              <a:off x="11066959" y="5806849"/>
              <a:ext cx="0" cy="68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直線コネクタ 702">
              <a:extLst>
                <a:ext uri="{FF2B5EF4-FFF2-40B4-BE49-F238E27FC236}">
                  <a16:creationId xmlns:a16="http://schemas.microsoft.com/office/drawing/2014/main" id="{4A7397BD-094B-4DB3-A7C2-B079F8AE8A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61873" y="5807593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5" name="テキスト ボックス 704">
              <a:extLst>
                <a:ext uri="{FF2B5EF4-FFF2-40B4-BE49-F238E27FC236}">
                  <a16:creationId xmlns:a16="http://schemas.microsoft.com/office/drawing/2014/main" id="{76E11753-0ED4-2AE6-368F-979FEC58AEC8}"/>
                </a:ext>
              </a:extLst>
            </p:cNvPr>
            <p:cNvSpPr txBox="1"/>
            <p:nvPr/>
          </p:nvSpPr>
          <p:spPr>
            <a:xfrm>
              <a:off x="11318797" y="5684483"/>
              <a:ext cx="5549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AGND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06" name="グループ化 705">
              <a:extLst>
                <a:ext uri="{FF2B5EF4-FFF2-40B4-BE49-F238E27FC236}">
                  <a16:creationId xmlns:a16="http://schemas.microsoft.com/office/drawing/2014/main" id="{7E0A1AB4-4154-F40A-B5C2-C4190A4ED2E6}"/>
                </a:ext>
              </a:extLst>
            </p:cNvPr>
            <p:cNvGrpSpPr/>
            <p:nvPr/>
          </p:nvGrpSpPr>
          <p:grpSpPr>
            <a:xfrm>
              <a:off x="7794087" y="4387591"/>
              <a:ext cx="255041" cy="97491"/>
              <a:chOff x="4825727" y="3457752"/>
              <a:chExt cx="255041" cy="97491"/>
            </a:xfrm>
          </p:grpSpPr>
          <p:cxnSp>
            <p:nvCxnSpPr>
              <p:cNvPr id="707" name="直線コネクタ 706">
                <a:extLst>
                  <a:ext uri="{FF2B5EF4-FFF2-40B4-BE49-F238E27FC236}">
                    <a16:creationId xmlns:a16="http://schemas.microsoft.com/office/drawing/2014/main" id="{056F1A8E-D8E8-ECD2-8802-4AE1915D9025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8" name="直線コネクタ 707">
                <a:extLst>
                  <a:ext uri="{FF2B5EF4-FFF2-40B4-BE49-F238E27FC236}">
                    <a16:creationId xmlns:a16="http://schemas.microsoft.com/office/drawing/2014/main" id="{9487A8C2-3AD9-9A6E-F87A-9BADDDFF38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9" name="直線コネクタ 708">
                <a:extLst>
                  <a:ext uri="{FF2B5EF4-FFF2-40B4-BE49-F238E27FC236}">
                    <a16:creationId xmlns:a16="http://schemas.microsoft.com/office/drawing/2014/main" id="{0DC04FCC-82E6-8234-2591-7DACE15C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0" name="直線コネクタ 709">
                <a:extLst>
                  <a:ext uri="{FF2B5EF4-FFF2-40B4-BE49-F238E27FC236}">
                    <a16:creationId xmlns:a16="http://schemas.microsoft.com/office/drawing/2014/main" id="{16368E92-FEDA-BE61-19E4-C2AD027B82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1" name="直線コネクタ 710">
                <a:extLst>
                  <a:ext uri="{FF2B5EF4-FFF2-40B4-BE49-F238E27FC236}">
                    <a16:creationId xmlns:a16="http://schemas.microsoft.com/office/drawing/2014/main" id="{25AC7503-37CA-5380-FAAD-C20FFD95F1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2" name="直線コネクタ 711">
              <a:extLst>
                <a:ext uri="{FF2B5EF4-FFF2-40B4-BE49-F238E27FC236}">
                  <a16:creationId xmlns:a16="http://schemas.microsoft.com/office/drawing/2014/main" id="{5637089D-4349-2E57-F285-815F3A59FB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9593" y="3704012"/>
              <a:ext cx="20405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5" name="テキスト ボックス 714">
              <a:extLst>
                <a:ext uri="{FF2B5EF4-FFF2-40B4-BE49-F238E27FC236}">
                  <a16:creationId xmlns:a16="http://schemas.microsoft.com/office/drawing/2014/main" id="{7E3C04C1-4288-9A8E-CF0F-B3D036D6549F}"/>
                </a:ext>
              </a:extLst>
            </p:cNvPr>
            <p:cNvSpPr txBox="1"/>
            <p:nvPr/>
          </p:nvSpPr>
          <p:spPr>
            <a:xfrm>
              <a:off x="7127121" y="4041804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0.1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6" name="円/楕円 715">
              <a:extLst>
                <a:ext uri="{FF2B5EF4-FFF2-40B4-BE49-F238E27FC236}">
                  <a16:creationId xmlns:a16="http://schemas.microsoft.com/office/drawing/2014/main" id="{F5563D59-1947-4EB2-6CAF-0C9464C409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07988" y="367249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" name="円/楕円 719">
              <a:extLst>
                <a:ext uri="{FF2B5EF4-FFF2-40B4-BE49-F238E27FC236}">
                  <a16:creationId xmlns:a16="http://schemas.microsoft.com/office/drawing/2014/main" id="{17601F81-47C2-FA5C-76EB-5D8C994A66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52613" y="4048346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21" name="グループ化 720">
              <a:extLst>
                <a:ext uri="{FF2B5EF4-FFF2-40B4-BE49-F238E27FC236}">
                  <a16:creationId xmlns:a16="http://schemas.microsoft.com/office/drawing/2014/main" id="{6CF9F8B9-A012-CEEE-A3C1-E4EC23B27733}"/>
                </a:ext>
              </a:extLst>
            </p:cNvPr>
            <p:cNvGrpSpPr/>
            <p:nvPr/>
          </p:nvGrpSpPr>
          <p:grpSpPr>
            <a:xfrm>
              <a:off x="7892848" y="5997358"/>
              <a:ext cx="255041" cy="97491"/>
              <a:chOff x="4825727" y="3457752"/>
              <a:chExt cx="255041" cy="97491"/>
            </a:xfrm>
          </p:grpSpPr>
          <p:cxnSp>
            <p:nvCxnSpPr>
              <p:cNvPr id="722" name="直線コネクタ 721">
                <a:extLst>
                  <a:ext uri="{FF2B5EF4-FFF2-40B4-BE49-F238E27FC236}">
                    <a16:creationId xmlns:a16="http://schemas.microsoft.com/office/drawing/2014/main" id="{89324BCE-B4C6-42D8-B748-FC4C2D4B65AA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" name="直線コネクタ 722">
                <a:extLst>
                  <a:ext uri="{FF2B5EF4-FFF2-40B4-BE49-F238E27FC236}">
                    <a16:creationId xmlns:a16="http://schemas.microsoft.com/office/drawing/2014/main" id="{FDFC6FF5-96EB-7152-04C9-6A7999B27A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" name="直線コネクタ 723">
                <a:extLst>
                  <a:ext uri="{FF2B5EF4-FFF2-40B4-BE49-F238E27FC236}">
                    <a16:creationId xmlns:a16="http://schemas.microsoft.com/office/drawing/2014/main" id="{8BC4E4CD-449F-1F8C-1086-DBA8881D45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" name="直線コネクタ 724">
                <a:extLst>
                  <a:ext uri="{FF2B5EF4-FFF2-40B4-BE49-F238E27FC236}">
                    <a16:creationId xmlns:a16="http://schemas.microsoft.com/office/drawing/2014/main" id="{F1E6DA78-60E2-465F-9E02-49901DE0F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" name="直線コネクタ 725">
                <a:extLst>
                  <a:ext uri="{FF2B5EF4-FFF2-40B4-BE49-F238E27FC236}">
                    <a16:creationId xmlns:a16="http://schemas.microsoft.com/office/drawing/2014/main" id="{3B33B836-46B5-F1BE-05C5-3B54ED2C53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27" name="直線コネクタ 726">
              <a:extLst>
                <a:ext uri="{FF2B5EF4-FFF2-40B4-BE49-F238E27FC236}">
                  <a16:creationId xmlns:a16="http://schemas.microsoft.com/office/drawing/2014/main" id="{7C5A700B-FF3C-09B4-4621-DBAD658C9282}"/>
                </a:ext>
              </a:extLst>
            </p:cNvPr>
            <p:cNvCxnSpPr/>
            <p:nvPr/>
          </p:nvCxnSpPr>
          <p:spPr>
            <a:xfrm>
              <a:off x="8032809" y="5431450"/>
              <a:ext cx="0" cy="57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線コネクタ 727">
              <a:extLst>
                <a:ext uri="{FF2B5EF4-FFF2-40B4-BE49-F238E27FC236}">
                  <a16:creationId xmlns:a16="http://schemas.microsoft.com/office/drawing/2014/main" id="{986076DD-3F52-050F-D426-24CEC026BB7E}"/>
                </a:ext>
              </a:extLst>
            </p:cNvPr>
            <p:cNvCxnSpPr>
              <a:cxnSpLocks/>
            </p:cNvCxnSpPr>
            <p:nvPr/>
          </p:nvCxnSpPr>
          <p:spPr>
            <a:xfrm>
              <a:off x="7865037" y="5432194"/>
              <a:ext cx="1800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直線コネクタ 737">
              <a:extLst>
                <a:ext uri="{FF2B5EF4-FFF2-40B4-BE49-F238E27FC236}">
                  <a16:creationId xmlns:a16="http://schemas.microsoft.com/office/drawing/2014/main" id="{F39BC104-91CB-A5AD-CAB7-001FF8C09BED}"/>
                </a:ext>
              </a:extLst>
            </p:cNvPr>
            <p:cNvCxnSpPr>
              <a:cxnSpLocks/>
            </p:cNvCxnSpPr>
            <p:nvPr/>
          </p:nvCxnSpPr>
          <p:spPr>
            <a:xfrm>
              <a:off x="9439506" y="5932340"/>
              <a:ext cx="0" cy="1159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0" name="円/楕円 739">
              <a:extLst>
                <a:ext uri="{FF2B5EF4-FFF2-40B4-BE49-F238E27FC236}">
                  <a16:creationId xmlns:a16="http://schemas.microsoft.com/office/drawing/2014/main" id="{432D1BE8-E9E2-95E1-A22F-AA4DECF3C4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9882" y="3667815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2" name="テキスト ボックス 741">
              <a:extLst>
                <a:ext uri="{FF2B5EF4-FFF2-40B4-BE49-F238E27FC236}">
                  <a16:creationId xmlns:a16="http://schemas.microsoft.com/office/drawing/2014/main" id="{2A500204-0C5A-748D-ECC4-E3F0DF54342C}"/>
                </a:ext>
              </a:extLst>
            </p:cNvPr>
            <p:cNvSpPr txBox="1"/>
            <p:nvPr/>
          </p:nvSpPr>
          <p:spPr>
            <a:xfrm>
              <a:off x="7155937" y="5216715"/>
              <a:ext cx="4700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ECM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8C55AC8-B62F-EC65-0CA2-319DBF05DD70}"/>
              </a:ext>
            </a:extLst>
          </p:cNvPr>
          <p:cNvGrpSpPr/>
          <p:nvPr/>
        </p:nvGrpSpPr>
        <p:grpSpPr>
          <a:xfrm>
            <a:off x="1885383" y="5615983"/>
            <a:ext cx="362027" cy="523182"/>
            <a:chOff x="2049533" y="5207727"/>
            <a:chExt cx="362027" cy="523182"/>
          </a:xfrm>
        </p:grpSpPr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38875418-6781-4DD9-0D5A-1948FC785BB2}"/>
                </a:ext>
              </a:extLst>
            </p:cNvPr>
            <p:cNvSpPr/>
            <p:nvPr/>
          </p:nvSpPr>
          <p:spPr>
            <a:xfrm>
              <a:off x="2146394" y="5207727"/>
              <a:ext cx="176349" cy="85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BAAA6549-D2CD-682E-4145-63F4201E322E}"/>
                </a:ext>
              </a:extLst>
            </p:cNvPr>
            <p:cNvSpPr/>
            <p:nvPr/>
          </p:nvSpPr>
          <p:spPr>
            <a:xfrm>
              <a:off x="2142371" y="5645422"/>
              <a:ext cx="176349" cy="85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DCCFC539-D64B-6668-E66C-4E023EE1A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9591" t="12634" r="26781" b="20415"/>
            <a:stretch>
              <a:fillRect/>
            </a:stretch>
          </p:blipFill>
          <p:spPr>
            <a:xfrm>
              <a:off x="2049533" y="5293214"/>
              <a:ext cx="362027" cy="3522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75F49A73-1596-9F5F-EB8B-FC9B87E0F225}"/>
              </a:ext>
            </a:extLst>
          </p:cNvPr>
          <p:cNvGrpSpPr/>
          <p:nvPr/>
        </p:nvGrpSpPr>
        <p:grpSpPr>
          <a:xfrm>
            <a:off x="1293022" y="5628470"/>
            <a:ext cx="362027" cy="523182"/>
            <a:chOff x="2049533" y="5207727"/>
            <a:chExt cx="362027" cy="523182"/>
          </a:xfrm>
        </p:grpSpPr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0193A977-9360-0AB6-7CF7-3F8B40B0E0CA}"/>
                </a:ext>
              </a:extLst>
            </p:cNvPr>
            <p:cNvSpPr/>
            <p:nvPr/>
          </p:nvSpPr>
          <p:spPr>
            <a:xfrm>
              <a:off x="2146394" y="5207727"/>
              <a:ext cx="176349" cy="85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E92329EC-7831-A1C2-47CA-6E3D1D61DBAD}"/>
                </a:ext>
              </a:extLst>
            </p:cNvPr>
            <p:cNvSpPr/>
            <p:nvPr/>
          </p:nvSpPr>
          <p:spPr>
            <a:xfrm>
              <a:off x="2142371" y="5645422"/>
              <a:ext cx="176349" cy="85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5E52F173-CA92-F42D-9ED9-5C5454063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9591" t="12634" r="26781" b="20415"/>
            <a:stretch>
              <a:fillRect/>
            </a:stretch>
          </p:blipFill>
          <p:spPr>
            <a:xfrm>
              <a:off x="2049533" y="5293214"/>
              <a:ext cx="362027" cy="3522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CCB01EE0-C4E0-3D02-B9CF-AC9FA8C9F4D5}"/>
              </a:ext>
            </a:extLst>
          </p:cNvPr>
          <p:cNvCxnSpPr>
            <a:cxnSpLocks/>
          </p:cNvCxnSpPr>
          <p:nvPr/>
        </p:nvCxnSpPr>
        <p:spPr>
          <a:xfrm>
            <a:off x="2566458" y="6368278"/>
            <a:ext cx="126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3" name="グループ化 452">
            <a:extLst>
              <a:ext uri="{FF2B5EF4-FFF2-40B4-BE49-F238E27FC236}">
                <a16:creationId xmlns:a16="http://schemas.microsoft.com/office/drawing/2014/main" id="{CA56EA6E-91E1-8E69-B521-CD8280CF1BC0}"/>
              </a:ext>
            </a:extLst>
          </p:cNvPr>
          <p:cNvGrpSpPr/>
          <p:nvPr/>
        </p:nvGrpSpPr>
        <p:grpSpPr>
          <a:xfrm>
            <a:off x="1858927" y="3634302"/>
            <a:ext cx="1355234" cy="1986016"/>
            <a:chOff x="821864" y="3221710"/>
            <a:chExt cx="1355234" cy="1986016"/>
          </a:xfrm>
        </p:grpSpPr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5CBC9965-C7FD-F46B-8AD0-CBB115A4E16D}"/>
                </a:ext>
              </a:extLst>
            </p:cNvPr>
            <p:cNvCxnSpPr>
              <a:cxnSpLocks/>
            </p:cNvCxnSpPr>
            <p:nvPr/>
          </p:nvCxnSpPr>
          <p:spPr>
            <a:xfrm>
              <a:off x="2168046" y="4881966"/>
              <a:ext cx="0" cy="32576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307618F8-F66B-6C40-0610-AF809A98A1AE}"/>
                </a:ext>
              </a:extLst>
            </p:cNvPr>
            <p:cNvCxnSpPr>
              <a:cxnSpLocks/>
            </p:cNvCxnSpPr>
            <p:nvPr/>
          </p:nvCxnSpPr>
          <p:spPr>
            <a:xfrm>
              <a:off x="1241098" y="4889402"/>
              <a:ext cx="936000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0185DB82-DBE2-9C6D-4D08-EB199B0B035D}"/>
                </a:ext>
              </a:extLst>
            </p:cNvPr>
            <p:cNvCxnSpPr>
              <a:cxnSpLocks/>
            </p:cNvCxnSpPr>
            <p:nvPr/>
          </p:nvCxnSpPr>
          <p:spPr>
            <a:xfrm>
              <a:off x="1256583" y="3221710"/>
              <a:ext cx="0" cy="165600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線コネクタ 447">
              <a:extLst>
                <a:ext uri="{FF2B5EF4-FFF2-40B4-BE49-F238E27FC236}">
                  <a16:creationId xmlns:a16="http://schemas.microsoft.com/office/drawing/2014/main" id="{32DED9B5-C273-B90E-ED00-97819779EB93}"/>
                </a:ext>
              </a:extLst>
            </p:cNvPr>
            <p:cNvCxnSpPr>
              <a:cxnSpLocks/>
            </p:cNvCxnSpPr>
            <p:nvPr/>
          </p:nvCxnSpPr>
          <p:spPr>
            <a:xfrm>
              <a:off x="821864" y="3236250"/>
              <a:ext cx="432000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4" name="グループ化 453">
            <a:extLst>
              <a:ext uri="{FF2B5EF4-FFF2-40B4-BE49-F238E27FC236}">
                <a16:creationId xmlns:a16="http://schemas.microsoft.com/office/drawing/2014/main" id="{86104FB8-0F60-E3F7-2A1F-B27704E55828}"/>
              </a:ext>
            </a:extLst>
          </p:cNvPr>
          <p:cNvGrpSpPr/>
          <p:nvPr/>
        </p:nvGrpSpPr>
        <p:grpSpPr>
          <a:xfrm>
            <a:off x="1843429" y="3840943"/>
            <a:ext cx="1991132" cy="1764451"/>
            <a:chOff x="806366" y="3428351"/>
            <a:chExt cx="1991132" cy="1764451"/>
          </a:xfrm>
        </p:grpSpPr>
        <p:cxnSp>
          <p:nvCxnSpPr>
            <p:cNvPr id="449" name="直線コネクタ 448">
              <a:extLst>
                <a:ext uri="{FF2B5EF4-FFF2-40B4-BE49-F238E27FC236}">
                  <a16:creationId xmlns:a16="http://schemas.microsoft.com/office/drawing/2014/main" id="{36B48EF4-2A93-28BC-20E7-48D899786FB2}"/>
                </a:ext>
              </a:extLst>
            </p:cNvPr>
            <p:cNvCxnSpPr>
              <a:cxnSpLocks/>
            </p:cNvCxnSpPr>
            <p:nvPr/>
          </p:nvCxnSpPr>
          <p:spPr>
            <a:xfrm>
              <a:off x="2784681" y="4760802"/>
              <a:ext cx="0" cy="432000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線コネクタ 449">
              <a:extLst>
                <a:ext uri="{FF2B5EF4-FFF2-40B4-BE49-F238E27FC236}">
                  <a16:creationId xmlns:a16="http://schemas.microsoft.com/office/drawing/2014/main" id="{63E8F8F1-8ABD-A940-A444-F01C9137F77B}"/>
                </a:ext>
              </a:extLst>
            </p:cNvPr>
            <p:cNvCxnSpPr>
              <a:cxnSpLocks/>
            </p:cNvCxnSpPr>
            <p:nvPr/>
          </p:nvCxnSpPr>
          <p:spPr>
            <a:xfrm>
              <a:off x="1393498" y="4755083"/>
              <a:ext cx="1404000" cy="0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線コネクタ 450">
              <a:extLst>
                <a:ext uri="{FF2B5EF4-FFF2-40B4-BE49-F238E27FC236}">
                  <a16:creationId xmlns:a16="http://schemas.microsoft.com/office/drawing/2014/main" id="{B424B21F-E2CD-306E-5377-6120E0BBE100}"/>
                </a:ext>
              </a:extLst>
            </p:cNvPr>
            <p:cNvCxnSpPr>
              <a:cxnSpLocks/>
            </p:cNvCxnSpPr>
            <p:nvPr/>
          </p:nvCxnSpPr>
          <p:spPr>
            <a:xfrm>
              <a:off x="1408983" y="3428351"/>
              <a:ext cx="0" cy="1332000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線コネクタ 451">
              <a:extLst>
                <a:ext uri="{FF2B5EF4-FFF2-40B4-BE49-F238E27FC236}">
                  <a16:creationId xmlns:a16="http://schemas.microsoft.com/office/drawing/2014/main" id="{01DA7DC8-8A26-3CAC-E035-5C0CCD3961B3}"/>
                </a:ext>
              </a:extLst>
            </p:cNvPr>
            <p:cNvCxnSpPr>
              <a:cxnSpLocks/>
            </p:cNvCxnSpPr>
            <p:nvPr/>
          </p:nvCxnSpPr>
          <p:spPr>
            <a:xfrm>
              <a:off x="806366" y="3440747"/>
              <a:ext cx="612000" cy="0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5" name="直線コネクタ 454">
            <a:extLst>
              <a:ext uri="{FF2B5EF4-FFF2-40B4-BE49-F238E27FC236}">
                <a16:creationId xmlns:a16="http://schemas.microsoft.com/office/drawing/2014/main" id="{4F922D2D-EC0A-97EE-8B29-5CA13A661821}"/>
              </a:ext>
            </a:extLst>
          </p:cNvPr>
          <p:cNvCxnSpPr>
            <a:cxnSpLocks/>
          </p:cNvCxnSpPr>
          <p:nvPr/>
        </p:nvCxnSpPr>
        <p:spPr>
          <a:xfrm flipV="1">
            <a:off x="1465404" y="6143500"/>
            <a:ext cx="0" cy="2387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直線コネクタ 455">
            <a:extLst>
              <a:ext uri="{FF2B5EF4-FFF2-40B4-BE49-F238E27FC236}">
                <a16:creationId xmlns:a16="http://schemas.microsoft.com/office/drawing/2014/main" id="{F797EEEA-9E7A-48E2-E153-7A72B7D6F464}"/>
              </a:ext>
            </a:extLst>
          </p:cNvPr>
          <p:cNvCxnSpPr>
            <a:cxnSpLocks/>
          </p:cNvCxnSpPr>
          <p:nvPr/>
        </p:nvCxnSpPr>
        <p:spPr>
          <a:xfrm flipV="1">
            <a:off x="2056703" y="6145631"/>
            <a:ext cx="0" cy="2387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テキスト ボックス 456">
            <a:extLst>
              <a:ext uri="{FF2B5EF4-FFF2-40B4-BE49-F238E27FC236}">
                <a16:creationId xmlns:a16="http://schemas.microsoft.com/office/drawing/2014/main" id="{B85EA1BA-0E0D-3F57-2B8E-1DF08D657ACD}"/>
              </a:ext>
            </a:extLst>
          </p:cNvPr>
          <p:cNvSpPr txBox="1"/>
          <p:nvPr/>
        </p:nvSpPr>
        <p:spPr>
          <a:xfrm>
            <a:off x="2846272" y="64552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SW4</a:t>
            </a:r>
            <a:endParaRPr kumimoji="1" lang="ja-JP" altLang="en-US"/>
          </a:p>
        </p:txBody>
      </p:sp>
      <p:sp>
        <p:nvSpPr>
          <p:cNvPr id="458" name="テキスト ボックス 457">
            <a:extLst>
              <a:ext uri="{FF2B5EF4-FFF2-40B4-BE49-F238E27FC236}">
                <a16:creationId xmlns:a16="http://schemas.microsoft.com/office/drawing/2014/main" id="{6CB62BFB-B947-E678-101C-0AA5BC26B1F8}"/>
              </a:ext>
            </a:extLst>
          </p:cNvPr>
          <p:cNvSpPr txBox="1"/>
          <p:nvPr/>
        </p:nvSpPr>
        <p:spPr>
          <a:xfrm>
            <a:off x="3420701" y="64552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SW5</a:t>
            </a:r>
            <a:endParaRPr kumimoji="1" lang="ja-JP" altLang="en-US"/>
          </a:p>
        </p:txBody>
      </p:sp>
      <p:cxnSp>
        <p:nvCxnSpPr>
          <p:cNvPr id="467" name="カギ線コネクタ 466">
            <a:extLst>
              <a:ext uri="{FF2B5EF4-FFF2-40B4-BE49-F238E27FC236}">
                <a16:creationId xmlns:a16="http://schemas.microsoft.com/office/drawing/2014/main" id="{18270A49-BEEB-CEC5-ADE9-B318D2F59B9E}"/>
              </a:ext>
            </a:extLst>
          </p:cNvPr>
          <p:cNvCxnSpPr>
            <a:cxnSpLocks/>
          </p:cNvCxnSpPr>
          <p:nvPr/>
        </p:nvCxnSpPr>
        <p:spPr>
          <a:xfrm flipV="1">
            <a:off x="3367517" y="2446995"/>
            <a:ext cx="1512000" cy="1944000"/>
          </a:xfrm>
          <a:prstGeom prst="bentConnector3">
            <a:avLst>
              <a:gd name="adj1" fmla="val 34321"/>
            </a:avLst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カギ線コネクタ 467">
            <a:extLst>
              <a:ext uri="{FF2B5EF4-FFF2-40B4-BE49-F238E27FC236}">
                <a16:creationId xmlns:a16="http://schemas.microsoft.com/office/drawing/2014/main" id="{8D7B08E1-F53C-492D-B925-B43868D92D14}"/>
              </a:ext>
            </a:extLst>
          </p:cNvPr>
          <p:cNvCxnSpPr>
            <a:cxnSpLocks/>
          </p:cNvCxnSpPr>
          <p:nvPr/>
        </p:nvCxnSpPr>
        <p:spPr>
          <a:xfrm flipV="1">
            <a:off x="3207685" y="949012"/>
            <a:ext cx="1512000" cy="1944000"/>
          </a:xfrm>
          <a:prstGeom prst="bentConnector3">
            <a:avLst>
              <a:gd name="adj1" fmla="val 30961"/>
            </a:avLst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テキスト ボックス 470">
            <a:extLst>
              <a:ext uri="{FF2B5EF4-FFF2-40B4-BE49-F238E27FC236}">
                <a16:creationId xmlns:a16="http://schemas.microsoft.com/office/drawing/2014/main" id="{DA6BB85B-8AC0-0BFE-5E6F-9663B3206D49}"/>
              </a:ext>
            </a:extLst>
          </p:cNvPr>
          <p:cNvSpPr txBox="1"/>
          <p:nvPr/>
        </p:nvSpPr>
        <p:spPr>
          <a:xfrm>
            <a:off x="4735573" y="424435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AGND</a:t>
            </a:r>
            <a:endParaRPr kumimoji="1" lang="ja-JP" altLang="en-US" sz="1200"/>
          </a:p>
        </p:txBody>
      </p:sp>
      <p:sp>
        <p:nvSpPr>
          <p:cNvPr id="504" name="テキスト ボックス 503">
            <a:extLst>
              <a:ext uri="{FF2B5EF4-FFF2-40B4-BE49-F238E27FC236}">
                <a16:creationId xmlns:a16="http://schemas.microsoft.com/office/drawing/2014/main" id="{CA65E107-0091-ABBE-AE5F-02067E497475}"/>
              </a:ext>
            </a:extLst>
          </p:cNvPr>
          <p:cNvSpPr txBox="1"/>
          <p:nvPr/>
        </p:nvSpPr>
        <p:spPr>
          <a:xfrm>
            <a:off x="4734531" y="63866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3V3</a:t>
            </a:r>
            <a:endParaRPr kumimoji="1" lang="ja-JP" altLang="en-US" sz="1200"/>
          </a:p>
        </p:txBody>
      </p:sp>
      <p:cxnSp>
        <p:nvCxnSpPr>
          <p:cNvPr id="505" name="直線コネクタ 504">
            <a:extLst>
              <a:ext uri="{FF2B5EF4-FFF2-40B4-BE49-F238E27FC236}">
                <a16:creationId xmlns:a16="http://schemas.microsoft.com/office/drawing/2014/main" id="{2C3E9C5E-40AA-A80C-EC27-0EF0AC668D85}"/>
              </a:ext>
            </a:extLst>
          </p:cNvPr>
          <p:cNvCxnSpPr>
            <a:cxnSpLocks/>
          </p:cNvCxnSpPr>
          <p:nvPr/>
        </p:nvCxnSpPr>
        <p:spPr>
          <a:xfrm>
            <a:off x="3967998" y="745135"/>
            <a:ext cx="0" cy="1188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直線コネクタ 505">
            <a:extLst>
              <a:ext uri="{FF2B5EF4-FFF2-40B4-BE49-F238E27FC236}">
                <a16:creationId xmlns:a16="http://schemas.microsoft.com/office/drawing/2014/main" id="{8B76E7D2-B0D3-56A6-99A0-90CEC844DCF5}"/>
              </a:ext>
            </a:extLst>
          </p:cNvPr>
          <p:cNvCxnSpPr/>
          <p:nvPr/>
        </p:nvCxnSpPr>
        <p:spPr>
          <a:xfrm>
            <a:off x="3956820" y="760305"/>
            <a:ext cx="756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テキスト ボックス 506">
            <a:extLst>
              <a:ext uri="{FF2B5EF4-FFF2-40B4-BE49-F238E27FC236}">
                <a16:creationId xmlns:a16="http://schemas.microsoft.com/office/drawing/2014/main" id="{5625792E-4E5B-CF1B-C081-2105ACA3A4E2}"/>
              </a:ext>
            </a:extLst>
          </p:cNvPr>
          <p:cNvSpPr txBox="1"/>
          <p:nvPr/>
        </p:nvSpPr>
        <p:spPr>
          <a:xfrm>
            <a:off x="424492" y="2306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実体配線図</a:t>
            </a:r>
          </a:p>
        </p:txBody>
      </p:sp>
    </p:spTree>
    <p:extLst>
      <p:ext uri="{BB962C8B-B14F-4D97-AF65-F5344CB8AC3E}">
        <p14:creationId xmlns:p14="http://schemas.microsoft.com/office/powerpoint/2010/main" val="4006114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71372154-1C95-218C-C0CC-08E1C7B66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627299"/>
              </p:ext>
            </p:extLst>
          </p:nvPr>
        </p:nvGraphicFramePr>
        <p:xfrm>
          <a:off x="3383269" y="843609"/>
          <a:ext cx="4924158" cy="5801724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551444">
                  <a:extLst>
                    <a:ext uri="{9D8B030D-6E8A-4147-A177-3AD203B41FA5}">
                      <a16:colId xmlns:a16="http://schemas.microsoft.com/office/drawing/2014/main" val="2621955742"/>
                    </a:ext>
                  </a:extLst>
                </a:gridCol>
                <a:gridCol w="792744">
                  <a:extLst>
                    <a:ext uri="{9D8B030D-6E8A-4147-A177-3AD203B41FA5}">
                      <a16:colId xmlns:a16="http://schemas.microsoft.com/office/drawing/2014/main" val="4288890528"/>
                    </a:ext>
                  </a:extLst>
                </a:gridCol>
                <a:gridCol w="1129294">
                  <a:extLst>
                    <a:ext uri="{9D8B030D-6E8A-4147-A177-3AD203B41FA5}">
                      <a16:colId xmlns:a16="http://schemas.microsoft.com/office/drawing/2014/main" val="3727751963"/>
                    </a:ext>
                  </a:extLst>
                </a:gridCol>
                <a:gridCol w="1121357">
                  <a:extLst>
                    <a:ext uri="{9D8B030D-6E8A-4147-A177-3AD203B41FA5}">
                      <a16:colId xmlns:a16="http://schemas.microsoft.com/office/drawing/2014/main" val="4161231003"/>
                    </a:ext>
                  </a:extLst>
                </a:gridCol>
                <a:gridCol w="1329319">
                  <a:extLst>
                    <a:ext uri="{9D8B030D-6E8A-4147-A177-3AD203B41FA5}">
                      <a16:colId xmlns:a16="http://schemas.microsoft.com/office/drawing/2014/main" val="539765687"/>
                    </a:ext>
                  </a:extLst>
                </a:gridCol>
              </a:tblGrid>
              <a:tr h="205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線色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Pico</a:t>
                      </a:r>
                      <a:b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</a:b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物理ピン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Pico </a:t>
                      </a:r>
                      <a:b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</a:b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GPIO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接続先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用途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57724781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黒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38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GND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ST7789 GND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GND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0716484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赤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36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3V3(OUT)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ST7789 VCC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電源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004819787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黄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24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ST7789 SCL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SPI SCK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569046487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緑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25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GP19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ST7789 SDA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SPI MOSI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646911269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橙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26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GP20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ST7789 RST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Reset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67339598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青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21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ST7789 DC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Data/Command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007801939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紫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22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ST7789 CS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Chip Select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291955947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茶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36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3V3(OUT)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ST7789 BL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Backlight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71357379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灰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19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SW1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モード切替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96998791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白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20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SW2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US/JP切替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805541154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茶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17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SW3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トーン切替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02414751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白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31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GP26 / ADC0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MIC/AF入力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ADC入力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61564302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黒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33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AGND</a:t>
                      </a:r>
                      <a:endParaRPr lang="ja-JP" alt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MIC/AF GND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アナログ</a:t>
                      </a: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GND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534628676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なし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内蔵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GP25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Pico内蔵LED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CW状態LED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51609652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任意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16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テスト端子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TEST出力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83616575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赤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19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</a:t>
                      </a:r>
                      <a:r>
                        <a:rPr kumimoji="1" lang="en-US" altLang="ja-JP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4</a:t>
                      </a:r>
                      <a:endParaRPr kumimoji="1" lang="ja-JP" altLang="ja-JP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  <a:cs typeface="+mn-cs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1" lang="en-US" altLang="ja-JP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SW1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US／JP切り替え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82591561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青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20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</a:t>
                      </a:r>
                      <a:r>
                        <a:rPr kumimoji="1" lang="en-US" altLang="ja-JP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5</a:t>
                      </a:r>
                      <a:endParaRPr kumimoji="1" lang="ja-JP" altLang="ja-JP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  <a:cs typeface="+mn-cs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1" lang="en-US" altLang="ja-JP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SW2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トーンを次へ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897286504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黄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17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</a:t>
                      </a:r>
                      <a:r>
                        <a:rPr kumimoji="1" lang="en-US" altLang="ja-JP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3</a:t>
                      </a:r>
                      <a:endParaRPr kumimoji="1" lang="ja-JP" altLang="ja-JP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  <a:cs typeface="+mn-cs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1" lang="en-US" altLang="ja-JP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SW3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KEY判定表示 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608227170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緑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14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</a:t>
                      </a:r>
                      <a:r>
                        <a:rPr kumimoji="1" lang="en-US" altLang="ja-JP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0</a:t>
                      </a:r>
                      <a:endParaRPr kumimoji="1" lang="ja-JP" altLang="ja-JP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  <a:cs typeface="+mn-cs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1" lang="en-US" altLang="ja-JP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SW4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ENV表示 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278736612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白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15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GP1</a:t>
                      </a:r>
                      <a:r>
                        <a:rPr kumimoji="1" lang="en-US" altLang="ja-JP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1</a:t>
                      </a:r>
                      <a:endParaRPr kumimoji="1" lang="ja-JP" altLang="ja-JP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  <a:cs typeface="+mn-cs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1" lang="en-US" altLang="ja-JP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SW5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RAW波形表示 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6758968"/>
                  </a:ext>
                </a:extLst>
              </a:tr>
              <a:tr h="205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黒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18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1" lang="ja-JP" altLang="ja-JP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</a:t>
                      </a:r>
                      <a:r>
                        <a:rPr kumimoji="1" lang="en-US" altLang="ja-JP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ND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GND</a:t>
                      </a:r>
                      <a:endParaRPr lang="ja-JP" sz="1200">
                        <a:latin typeface="IBM Plex Sans JP Text" panose="020B0503050203000203" pitchFamily="34" charset="-128"/>
                        <a:ea typeface="IBM Plex Sans JP Text" panose="020B0503050203000203" pitchFamily="34" charset="-128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dirty="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SW </a:t>
                      </a:r>
                      <a:r>
                        <a:rPr lang="ja-JP" altLang="ja-JP" sz="1200">
                          <a:latin typeface="IBM Plex Sans JP Text" panose="020B0503050203000203" pitchFamily="34" charset="-128"/>
                          <a:ea typeface="IBM Plex Sans JP Text" panose="020B0503050203000203" pitchFamily="34" charset="-128"/>
                        </a:rPr>
                        <a:t>GND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11366412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E6A23C7-0330-BDDD-47E6-9F96DD11E8BD}"/>
              </a:ext>
            </a:extLst>
          </p:cNvPr>
          <p:cNvSpPr txBox="1"/>
          <p:nvPr/>
        </p:nvSpPr>
        <p:spPr>
          <a:xfrm>
            <a:off x="424492" y="2306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配線表</a:t>
            </a:r>
          </a:p>
        </p:txBody>
      </p:sp>
    </p:spTree>
    <p:extLst>
      <p:ext uri="{BB962C8B-B14F-4D97-AF65-F5344CB8AC3E}">
        <p14:creationId xmlns:p14="http://schemas.microsoft.com/office/powerpoint/2010/main" val="303099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ユーザーの添付画像">
            <a:extLst>
              <a:ext uri="{FF2B5EF4-FFF2-40B4-BE49-F238E27FC236}">
                <a16:creationId xmlns:a16="http://schemas.microsoft.com/office/drawing/2014/main" id="{65466EAD-A883-E345-6D50-6A25758A1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790" y="1207008"/>
            <a:ext cx="9646420" cy="565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45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566DBE7-E1D2-B196-E6C1-D0155A624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37" y="1522527"/>
            <a:ext cx="4487687" cy="3111190"/>
          </a:xfrm>
          <a:prstGeom prst="rect">
            <a:avLst/>
          </a:prstGeom>
          <a:ln>
            <a:noFill/>
          </a:ln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4ECAF53-AC0B-18FC-21C2-7159DEB8B1FF}"/>
              </a:ext>
            </a:extLst>
          </p:cNvPr>
          <p:cNvGrpSpPr>
            <a:grpSpLocks noChangeAspect="1"/>
          </p:cNvGrpSpPr>
          <p:nvPr/>
        </p:nvGrpSpPr>
        <p:grpSpPr>
          <a:xfrm>
            <a:off x="6273692" y="3102697"/>
            <a:ext cx="4500000" cy="3120623"/>
            <a:chOff x="7009672" y="125317"/>
            <a:chExt cx="4755294" cy="3297662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479D1FF9-3C05-5680-8844-EB1F8A1B6B33}"/>
                </a:ext>
              </a:extLst>
            </p:cNvPr>
            <p:cNvSpPr txBox="1"/>
            <p:nvPr/>
          </p:nvSpPr>
          <p:spPr>
            <a:xfrm>
              <a:off x="7009672" y="1647187"/>
              <a:ext cx="603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AF</a:t>
              </a:r>
              <a:r>
                <a:rPr kumimoji="1" lang="ja-JP" altLang="en-US" sz="1000">
                  <a:latin typeface="Arial" panose="020B0604020202020204" pitchFamily="34" charset="0"/>
                  <a:cs typeface="Arial" panose="020B0604020202020204" pitchFamily="34" charset="0"/>
                </a:rPr>
                <a:t>入力</a:t>
              </a:r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50A70DDA-6A6B-9E06-58DC-87D5D971CA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38804" y="1662546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DEAB7F55-21D9-EDBB-F13F-68266D5E39F9}"/>
                </a:ext>
              </a:extLst>
            </p:cNvPr>
            <p:cNvCxnSpPr>
              <a:cxnSpLocks/>
            </p:cNvCxnSpPr>
            <p:nvPr/>
          </p:nvCxnSpPr>
          <p:spPr>
            <a:xfrm>
              <a:off x="8967763" y="1741627"/>
              <a:ext cx="0" cy="3818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DBA8B2EF-4B70-C9E6-D7ED-72892B22BE34}"/>
                </a:ext>
              </a:extLst>
            </p:cNvPr>
            <p:cNvCxnSpPr/>
            <p:nvPr/>
          </p:nvCxnSpPr>
          <p:spPr>
            <a:xfrm flipV="1">
              <a:off x="8967763" y="1691751"/>
              <a:ext cx="252000" cy="18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1D0F8AA9-7C48-9CEE-7743-C3EEF4A83ECF}"/>
                </a:ext>
              </a:extLst>
            </p:cNvPr>
            <p:cNvCxnSpPr>
              <a:cxnSpLocks/>
            </p:cNvCxnSpPr>
            <p:nvPr/>
          </p:nvCxnSpPr>
          <p:spPr>
            <a:xfrm>
              <a:off x="8989743" y="1983017"/>
              <a:ext cx="252000" cy="180000"/>
            </a:xfrm>
            <a:prstGeom prst="line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EB3C435B-2B9C-FB86-9298-7DEA275AF355}"/>
                </a:ext>
              </a:extLst>
            </p:cNvPr>
            <p:cNvCxnSpPr/>
            <p:nvPr/>
          </p:nvCxnSpPr>
          <p:spPr>
            <a:xfrm flipH="1">
              <a:off x="8497982" y="1930271"/>
              <a:ext cx="46978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2DDD6AB0-A798-2962-8735-C218D03BE690}"/>
                </a:ext>
              </a:extLst>
            </p:cNvPr>
            <p:cNvGrpSpPr/>
            <p:nvPr/>
          </p:nvGrpSpPr>
          <p:grpSpPr>
            <a:xfrm rot="5400000">
              <a:off x="7514771" y="1470852"/>
              <a:ext cx="294247" cy="863621"/>
              <a:chOff x="4685834" y="5418232"/>
              <a:chExt cx="294247" cy="863621"/>
            </a:xfrm>
          </p:grpSpPr>
          <p:grpSp>
            <p:nvGrpSpPr>
              <p:cNvPr id="210" name="グループ化 209">
                <a:extLst>
                  <a:ext uri="{FF2B5EF4-FFF2-40B4-BE49-F238E27FC236}">
                    <a16:creationId xmlns:a16="http://schemas.microsoft.com/office/drawing/2014/main" id="{5ACD00F5-E9CF-84E4-8DFE-AAC1FA6754DB}"/>
                  </a:ext>
                </a:extLst>
              </p:cNvPr>
              <p:cNvGrpSpPr/>
              <p:nvPr/>
            </p:nvGrpSpPr>
            <p:grpSpPr>
              <a:xfrm>
                <a:off x="4739801" y="5418232"/>
                <a:ext cx="240280" cy="863621"/>
                <a:chOff x="4739801" y="5418232"/>
                <a:chExt cx="240280" cy="863621"/>
              </a:xfrm>
            </p:grpSpPr>
            <p:cxnSp>
              <p:nvCxnSpPr>
                <p:cNvPr id="212" name="直線コネクタ 211">
                  <a:extLst>
                    <a:ext uri="{FF2B5EF4-FFF2-40B4-BE49-F238E27FC236}">
                      <a16:creationId xmlns:a16="http://schemas.microsoft.com/office/drawing/2014/main" id="{36D83782-179B-BFF7-DFD3-3BA11BA394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8936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直線コネクタ 212">
                  <a:extLst>
                    <a:ext uri="{FF2B5EF4-FFF2-40B4-BE49-F238E27FC236}">
                      <a16:creationId xmlns:a16="http://schemas.microsoft.com/office/drawing/2014/main" id="{D8AAD5DF-D0C5-60C2-2D99-A7A1DA4BA5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80150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線コネクタ 213">
                  <a:extLst>
                    <a:ext uri="{FF2B5EF4-FFF2-40B4-BE49-F238E27FC236}">
                      <a16:creationId xmlns:a16="http://schemas.microsoft.com/office/drawing/2014/main" id="{DA58CF06-C1C9-F2F6-9867-3EC7DF1D17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38428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線コネクタ 214">
                  <a:extLst>
                    <a:ext uri="{FF2B5EF4-FFF2-40B4-BE49-F238E27FC236}">
                      <a16:creationId xmlns:a16="http://schemas.microsoft.com/office/drawing/2014/main" id="{FCD58F2C-2913-F087-A09E-5715423D47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41015" y="5827954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線コネクタ 215">
                  <a:extLst>
                    <a:ext uri="{FF2B5EF4-FFF2-40B4-BE49-F238E27FC236}">
                      <a16:creationId xmlns:a16="http://schemas.microsoft.com/office/drawing/2014/main" id="{D9A83F22-D1AC-31FE-860E-843DADC5E383}"/>
                    </a:ext>
                  </a:extLst>
                </p:cNvPr>
                <p:cNvCxnSpPr/>
                <p:nvPr/>
              </p:nvCxnSpPr>
              <p:spPr>
                <a:xfrm>
                  <a:off x="4739801" y="5836195"/>
                  <a:ext cx="2402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直線コネクタ 216">
                  <a:extLst>
                    <a:ext uri="{FF2B5EF4-FFF2-40B4-BE49-F238E27FC236}">
                      <a16:creationId xmlns:a16="http://schemas.microsoft.com/office/drawing/2014/main" id="{13801CD8-7EB6-C7D1-BC1C-E84E2BFE985B}"/>
                    </a:ext>
                  </a:extLst>
                </p:cNvPr>
                <p:cNvCxnSpPr/>
                <p:nvPr/>
              </p:nvCxnSpPr>
              <p:spPr>
                <a:xfrm>
                  <a:off x="4739801" y="5921854"/>
                  <a:ext cx="2402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線コネクタ 217">
                  <a:extLst>
                    <a:ext uri="{FF2B5EF4-FFF2-40B4-BE49-F238E27FC236}">
                      <a16:creationId xmlns:a16="http://schemas.microsoft.com/office/drawing/2014/main" id="{947E25D5-97D0-D658-A490-C58903E4A1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59941" y="5418232"/>
                  <a:ext cx="0" cy="39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線コネクタ 218">
                  <a:extLst>
                    <a:ext uri="{FF2B5EF4-FFF2-40B4-BE49-F238E27FC236}">
                      <a16:creationId xmlns:a16="http://schemas.microsoft.com/office/drawing/2014/main" id="{7F760E5B-8C92-BB7F-E6F7-2D70875D7B3A}"/>
                    </a:ext>
                  </a:extLst>
                </p:cNvPr>
                <p:cNvCxnSpPr/>
                <p:nvPr/>
              </p:nvCxnSpPr>
              <p:spPr>
                <a:xfrm>
                  <a:off x="4859941" y="5921853"/>
                  <a:ext cx="0" cy="36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1" name="テキスト ボックス 210">
                <a:extLst>
                  <a:ext uri="{FF2B5EF4-FFF2-40B4-BE49-F238E27FC236}">
                    <a16:creationId xmlns:a16="http://schemas.microsoft.com/office/drawing/2014/main" id="{025AEEF2-7D7C-3DD9-0E6E-9C2C553F59B8}"/>
                  </a:ext>
                </a:extLst>
              </p:cNvPr>
              <p:cNvSpPr txBox="1"/>
              <p:nvPr/>
            </p:nvSpPr>
            <p:spPr>
              <a:xfrm>
                <a:off x="4685834" y="5622800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ja-JP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＋</a:t>
                </a: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2B727941-E5D8-D639-037B-20DED0CE9567}"/>
                </a:ext>
              </a:extLst>
            </p:cNvPr>
            <p:cNvGrpSpPr/>
            <p:nvPr/>
          </p:nvGrpSpPr>
          <p:grpSpPr>
            <a:xfrm rot="5400000">
              <a:off x="8170015" y="1505275"/>
              <a:ext cx="206082" cy="846666"/>
              <a:chOff x="5347703" y="2889383"/>
              <a:chExt cx="206082" cy="846666"/>
            </a:xfrm>
          </p:grpSpPr>
          <p:grpSp>
            <p:nvGrpSpPr>
              <p:cNvPr id="200" name="グループ化 199">
                <a:extLst>
                  <a:ext uri="{FF2B5EF4-FFF2-40B4-BE49-F238E27FC236}">
                    <a16:creationId xmlns:a16="http://schemas.microsoft.com/office/drawing/2014/main" id="{FEC76A90-1A49-2984-2FF7-15B5ABC28A8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203" name="直線コネクタ 202">
                  <a:extLst>
                    <a:ext uri="{FF2B5EF4-FFF2-40B4-BE49-F238E27FC236}">
                      <a16:creationId xmlns:a16="http://schemas.microsoft.com/office/drawing/2014/main" id="{A9160DB4-00C5-CFCF-BDD4-A6108CB3F9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直線コネクタ 203">
                  <a:extLst>
                    <a:ext uri="{FF2B5EF4-FFF2-40B4-BE49-F238E27FC236}">
                      <a16:creationId xmlns:a16="http://schemas.microsoft.com/office/drawing/2014/main" id="{9EB70606-2EC5-D67A-F3C0-16FFBA6A80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直線コネクタ 204">
                  <a:extLst>
                    <a:ext uri="{FF2B5EF4-FFF2-40B4-BE49-F238E27FC236}">
                      <a16:creationId xmlns:a16="http://schemas.microsoft.com/office/drawing/2014/main" id="{AE061310-08F6-FF66-2627-A805037D48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直線コネクタ 205">
                  <a:extLst>
                    <a:ext uri="{FF2B5EF4-FFF2-40B4-BE49-F238E27FC236}">
                      <a16:creationId xmlns:a16="http://schemas.microsoft.com/office/drawing/2014/main" id="{3D7E5344-D732-AB73-35BF-4680E0B93B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線コネクタ 206">
                  <a:extLst>
                    <a:ext uri="{FF2B5EF4-FFF2-40B4-BE49-F238E27FC236}">
                      <a16:creationId xmlns:a16="http://schemas.microsoft.com/office/drawing/2014/main" id="{7A51F558-21C2-440F-741E-D94C9F4645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線コネクタ 207">
                  <a:extLst>
                    <a:ext uri="{FF2B5EF4-FFF2-40B4-BE49-F238E27FC236}">
                      <a16:creationId xmlns:a16="http://schemas.microsoft.com/office/drawing/2014/main" id="{A75274FA-1CAA-D02B-15DE-45CDD64C77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線コネクタ 208">
                  <a:extLst>
                    <a:ext uri="{FF2B5EF4-FFF2-40B4-BE49-F238E27FC236}">
                      <a16:creationId xmlns:a16="http://schemas.microsoft.com/office/drawing/2014/main" id="{4C9B1B3E-D928-BFD6-BDF3-AF006E6E50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1" name="直線コネクタ 200">
                <a:extLst>
                  <a:ext uri="{FF2B5EF4-FFF2-40B4-BE49-F238E27FC236}">
                    <a16:creationId xmlns:a16="http://schemas.microsoft.com/office/drawing/2014/main" id="{2A6FD9CC-E8FD-D172-09C4-A24305453CC2}"/>
                  </a:ext>
                </a:extLst>
              </p:cNvPr>
              <p:cNvCxnSpPr/>
              <p:nvPr/>
            </p:nvCxnSpPr>
            <p:spPr>
              <a:xfrm>
                <a:off x="5450744" y="2889383"/>
                <a:ext cx="0" cy="2306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線コネクタ 201">
                <a:extLst>
                  <a:ext uri="{FF2B5EF4-FFF2-40B4-BE49-F238E27FC236}">
                    <a16:creationId xmlns:a16="http://schemas.microsoft.com/office/drawing/2014/main" id="{D0956718-2430-5D7A-A42D-66C2EDACBEA2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7D1F72E5-BE23-A997-FCB1-9AF53B5E1785}"/>
                </a:ext>
              </a:extLst>
            </p:cNvPr>
            <p:cNvGrpSpPr/>
            <p:nvPr/>
          </p:nvGrpSpPr>
          <p:grpSpPr>
            <a:xfrm>
              <a:off x="9138702" y="369001"/>
              <a:ext cx="206082" cy="1324843"/>
              <a:chOff x="5347703" y="2303206"/>
              <a:chExt cx="206082" cy="1324843"/>
            </a:xfrm>
          </p:grpSpPr>
          <p:grpSp>
            <p:nvGrpSpPr>
              <p:cNvPr id="190" name="グループ化 189">
                <a:extLst>
                  <a:ext uri="{FF2B5EF4-FFF2-40B4-BE49-F238E27FC236}">
                    <a16:creationId xmlns:a16="http://schemas.microsoft.com/office/drawing/2014/main" id="{8272705A-2290-D14E-1816-F8A7B3C817C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193" name="直線コネクタ 192">
                  <a:extLst>
                    <a:ext uri="{FF2B5EF4-FFF2-40B4-BE49-F238E27FC236}">
                      <a16:creationId xmlns:a16="http://schemas.microsoft.com/office/drawing/2014/main" id="{4256FE22-A132-979B-4C87-94926D68DD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線コネクタ 193">
                  <a:extLst>
                    <a:ext uri="{FF2B5EF4-FFF2-40B4-BE49-F238E27FC236}">
                      <a16:creationId xmlns:a16="http://schemas.microsoft.com/office/drawing/2014/main" id="{6F28E4F4-598E-EE8E-5CF4-44E3A0AA88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線コネクタ 194">
                  <a:extLst>
                    <a:ext uri="{FF2B5EF4-FFF2-40B4-BE49-F238E27FC236}">
                      <a16:creationId xmlns:a16="http://schemas.microsoft.com/office/drawing/2014/main" id="{627212C6-E75F-E1D3-51BA-145D61EEF6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線コネクタ 195">
                  <a:extLst>
                    <a:ext uri="{FF2B5EF4-FFF2-40B4-BE49-F238E27FC236}">
                      <a16:creationId xmlns:a16="http://schemas.microsoft.com/office/drawing/2014/main" id="{6B9DDA1F-5A4E-8AE2-C114-36874F5273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直線コネクタ 196">
                  <a:extLst>
                    <a:ext uri="{FF2B5EF4-FFF2-40B4-BE49-F238E27FC236}">
                      <a16:creationId xmlns:a16="http://schemas.microsoft.com/office/drawing/2014/main" id="{8EC5CB3E-9F31-057A-C3D9-78B5D4B55C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直線コネクタ 197">
                  <a:extLst>
                    <a:ext uri="{FF2B5EF4-FFF2-40B4-BE49-F238E27FC236}">
                      <a16:creationId xmlns:a16="http://schemas.microsoft.com/office/drawing/2014/main" id="{D3C6D12B-774E-8CFA-EB63-E78E95E38A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線コネクタ 198">
                  <a:extLst>
                    <a:ext uri="{FF2B5EF4-FFF2-40B4-BE49-F238E27FC236}">
                      <a16:creationId xmlns:a16="http://schemas.microsoft.com/office/drawing/2014/main" id="{A09C1EED-013D-CA18-4626-44E23BABA8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1" name="直線コネクタ 190">
                <a:extLst>
                  <a:ext uri="{FF2B5EF4-FFF2-40B4-BE49-F238E27FC236}">
                    <a16:creationId xmlns:a16="http://schemas.microsoft.com/office/drawing/2014/main" id="{BE956C54-AF3B-517A-6C72-641E4F971A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0744" y="2303206"/>
                <a:ext cx="0" cy="816814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線コネクタ 191">
                <a:extLst>
                  <a:ext uri="{FF2B5EF4-FFF2-40B4-BE49-F238E27FC236}">
                    <a16:creationId xmlns:a16="http://schemas.microsoft.com/office/drawing/2014/main" id="{6B38EAB6-53EE-ABEB-8BDD-40A85D2BC4A2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18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F07DAC48-3BB4-B8CF-32C9-0C8BE9F1749A}"/>
                </a:ext>
              </a:extLst>
            </p:cNvPr>
            <p:cNvGrpSpPr/>
            <p:nvPr/>
          </p:nvGrpSpPr>
          <p:grpSpPr>
            <a:xfrm>
              <a:off x="9490608" y="2297639"/>
              <a:ext cx="206082" cy="738666"/>
              <a:chOff x="5347703" y="2889383"/>
              <a:chExt cx="206082" cy="738666"/>
            </a:xfrm>
          </p:grpSpPr>
          <p:grpSp>
            <p:nvGrpSpPr>
              <p:cNvPr id="180" name="グループ化 179">
                <a:extLst>
                  <a:ext uri="{FF2B5EF4-FFF2-40B4-BE49-F238E27FC236}">
                    <a16:creationId xmlns:a16="http://schemas.microsoft.com/office/drawing/2014/main" id="{89A2DFCC-286D-9963-61EC-F28261F4394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183" name="直線コネクタ 182">
                  <a:extLst>
                    <a:ext uri="{FF2B5EF4-FFF2-40B4-BE49-F238E27FC236}">
                      <a16:creationId xmlns:a16="http://schemas.microsoft.com/office/drawing/2014/main" id="{B252AA2C-61B2-E232-49B3-DDE9DF906A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直線コネクタ 183">
                  <a:extLst>
                    <a:ext uri="{FF2B5EF4-FFF2-40B4-BE49-F238E27FC236}">
                      <a16:creationId xmlns:a16="http://schemas.microsoft.com/office/drawing/2014/main" id="{454F0415-77D1-B1B1-4E4C-61DAB0420C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直線コネクタ 184">
                  <a:extLst>
                    <a:ext uri="{FF2B5EF4-FFF2-40B4-BE49-F238E27FC236}">
                      <a16:creationId xmlns:a16="http://schemas.microsoft.com/office/drawing/2014/main" id="{FFE473E6-245F-CC1B-31D2-C798EEE3A9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直線コネクタ 185">
                  <a:extLst>
                    <a:ext uri="{FF2B5EF4-FFF2-40B4-BE49-F238E27FC236}">
                      <a16:creationId xmlns:a16="http://schemas.microsoft.com/office/drawing/2014/main" id="{D79122D1-CA50-1B54-4F2F-384E273872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直線コネクタ 186">
                  <a:extLst>
                    <a:ext uri="{FF2B5EF4-FFF2-40B4-BE49-F238E27FC236}">
                      <a16:creationId xmlns:a16="http://schemas.microsoft.com/office/drawing/2014/main" id="{BB208791-B0E0-2B34-14BB-FFC93AC64B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直線コネクタ 187">
                  <a:extLst>
                    <a:ext uri="{FF2B5EF4-FFF2-40B4-BE49-F238E27FC236}">
                      <a16:creationId xmlns:a16="http://schemas.microsoft.com/office/drawing/2014/main" id="{B6F0DF10-2D3B-015A-F31C-0A9BBB9794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線コネクタ 188">
                  <a:extLst>
                    <a:ext uri="{FF2B5EF4-FFF2-40B4-BE49-F238E27FC236}">
                      <a16:creationId xmlns:a16="http://schemas.microsoft.com/office/drawing/2014/main" id="{238077D8-8F5D-65B9-4922-9231F07A12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1" name="直線コネクタ 180">
                <a:extLst>
                  <a:ext uri="{FF2B5EF4-FFF2-40B4-BE49-F238E27FC236}">
                    <a16:creationId xmlns:a16="http://schemas.microsoft.com/office/drawing/2014/main" id="{2C869E28-2809-797D-A6C8-5E558A685054}"/>
                  </a:ext>
                </a:extLst>
              </p:cNvPr>
              <p:cNvCxnSpPr/>
              <p:nvPr/>
            </p:nvCxnSpPr>
            <p:spPr>
              <a:xfrm>
                <a:off x="5450744" y="2889383"/>
                <a:ext cx="0" cy="2306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線コネクタ 181">
                <a:extLst>
                  <a:ext uri="{FF2B5EF4-FFF2-40B4-BE49-F238E27FC236}">
                    <a16:creationId xmlns:a16="http://schemas.microsoft.com/office/drawing/2014/main" id="{A3A42536-F30C-AFA0-C78D-4D7BC7EB5DE5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18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BE81BB7E-2E9A-3682-82BE-FF39F2ECCEBD}"/>
                </a:ext>
              </a:extLst>
            </p:cNvPr>
            <p:cNvGrpSpPr/>
            <p:nvPr/>
          </p:nvGrpSpPr>
          <p:grpSpPr>
            <a:xfrm>
              <a:off x="9074374" y="2165589"/>
              <a:ext cx="294247" cy="863621"/>
              <a:chOff x="4685834" y="5418232"/>
              <a:chExt cx="294247" cy="863621"/>
            </a:xfrm>
          </p:grpSpPr>
          <p:grpSp>
            <p:nvGrpSpPr>
              <p:cNvPr id="170" name="グループ化 169">
                <a:extLst>
                  <a:ext uri="{FF2B5EF4-FFF2-40B4-BE49-F238E27FC236}">
                    <a16:creationId xmlns:a16="http://schemas.microsoft.com/office/drawing/2014/main" id="{D6125675-E550-B72E-D826-5907C2C86A53}"/>
                  </a:ext>
                </a:extLst>
              </p:cNvPr>
              <p:cNvGrpSpPr/>
              <p:nvPr/>
            </p:nvGrpSpPr>
            <p:grpSpPr>
              <a:xfrm>
                <a:off x="4739801" y="5418232"/>
                <a:ext cx="240280" cy="863621"/>
                <a:chOff x="4739801" y="5418232"/>
                <a:chExt cx="240280" cy="863621"/>
              </a:xfrm>
            </p:grpSpPr>
            <p:cxnSp>
              <p:nvCxnSpPr>
                <p:cNvPr id="172" name="直線コネクタ 171">
                  <a:extLst>
                    <a:ext uri="{FF2B5EF4-FFF2-40B4-BE49-F238E27FC236}">
                      <a16:creationId xmlns:a16="http://schemas.microsoft.com/office/drawing/2014/main" id="{1E454C18-DD53-E620-95D8-293495425F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8936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線コネクタ 172">
                  <a:extLst>
                    <a:ext uri="{FF2B5EF4-FFF2-40B4-BE49-F238E27FC236}">
                      <a16:creationId xmlns:a16="http://schemas.microsoft.com/office/drawing/2014/main" id="{B8242C91-36CE-58A5-FE21-66308D84B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80150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直線コネクタ 173">
                  <a:extLst>
                    <a:ext uri="{FF2B5EF4-FFF2-40B4-BE49-F238E27FC236}">
                      <a16:creationId xmlns:a16="http://schemas.microsoft.com/office/drawing/2014/main" id="{16C93A13-833B-F312-5108-BB23B2669E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38428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線コネクタ 174">
                  <a:extLst>
                    <a:ext uri="{FF2B5EF4-FFF2-40B4-BE49-F238E27FC236}">
                      <a16:creationId xmlns:a16="http://schemas.microsoft.com/office/drawing/2014/main" id="{C32A06CE-A6BD-D9C7-3736-6919757356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41015" y="5827954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線コネクタ 175">
                  <a:extLst>
                    <a:ext uri="{FF2B5EF4-FFF2-40B4-BE49-F238E27FC236}">
                      <a16:creationId xmlns:a16="http://schemas.microsoft.com/office/drawing/2014/main" id="{A2945499-2F95-513A-2F73-AD6B99BA9054}"/>
                    </a:ext>
                  </a:extLst>
                </p:cNvPr>
                <p:cNvCxnSpPr/>
                <p:nvPr/>
              </p:nvCxnSpPr>
              <p:spPr>
                <a:xfrm>
                  <a:off x="4739801" y="5836195"/>
                  <a:ext cx="2402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直線コネクタ 176">
                  <a:extLst>
                    <a:ext uri="{FF2B5EF4-FFF2-40B4-BE49-F238E27FC236}">
                      <a16:creationId xmlns:a16="http://schemas.microsoft.com/office/drawing/2014/main" id="{A6209265-094F-2B2D-6EEA-40B41A42A690}"/>
                    </a:ext>
                  </a:extLst>
                </p:cNvPr>
                <p:cNvCxnSpPr/>
                <p:nvPr/>
              </p:nvCxnSpPr>
              <p:spPr>
                <a:xfrm>
                  <a:off x="4739801" y="5921854"/>
                  <a:ext cx="2402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線コネクタ 177">
                  <a:extLst>
                    <a:ext uri="{FF2B5EF4-FFF2-40B4-BE49-F238E27FC236}">
                      <a16:creationId xmlns:a16="http://schemas.microsoft.com/office/drawing/2014/main" id="{FC711850-D523-863F-4FFE-0CBFF30425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59941" y="5418232"/>
                  <a:ext cx="0" cy="39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直線コネクタ 178">
                  <a:extLst>
                    <a:ext uri="{FF2B5EF4-FFF2-40B4-BE49-F238E27FC236}">
                      <a16:creationId xmlns:a16="http://schemas.microsoft.com/office/drawing/2014/main" id="{C147FE4C-70FE-735D-657E-0F56E79075CF}"/>
                    </a:ext>
                  </a:extLst>
                </p:cNvPr>
                <p:cNvCxnSpPr/>
                <p:nvPr/>
              </p:nvCxnSpPr>
              <p:spPr>
                <a:xfrm>
                  <a:off x="4859941" y="5921853"/>
                  <a:ext cx="0" cy="36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1" name="テキスト ボックス 170">
                <a:extLst>
                  <a:ext uri="{FF2B5EF4-FFF2-40B4-BE49-F238E27FC236}">
                    <a16:creationId xmlns:a16="http://schemas.microsoft.com/office/drawing/2014/main" id="{5D45000E-6E68-B058-1263-8351BE1DCF54}"/>
                  </a:ext>
                </a:extLst>
              </p:cNvPr>
              <p:cNvSpPr txBox="1"/>
              <p:nvPr/>
            </p:nvSpPr>
            <p:spPr>
              <a:xfrm>
                <a:off x="4685834" y="5622800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ja-JP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＋</a:t>
                </a:r>
              </a:p>
            </p:txBody>
          </p:sp>
        </p:grp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9DA2ECFB-AAE9-C745-2755-38F7AF6DB67E}"/>
                </a:ext>
              </a:extLst>
            </p:cNvPr>
            <p:cNvCxnSpPr/>
            <p:nvPr/>
          </p:nvCxnSpPr>
          <p:spPr>
            <a:xfrm flipH="1">
              <a:off x="9241743" y="2302129"/>
              <a:ext cx="36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A3670037-429E-1809-BC09-EFF475EFAF43}"/>
                </a:ext>
              </a:extLst>
            </p:cNvPr>
            <p:cNvGrpSpPr/>
            <p:nvPr/>
          </p:nvGrpSpPr>
          <p:grpSpPr>
            <a:xfrm>
              <a:off x="9095074" y="3042849"/>
              <a:ext cx="255041" cy="97491"/>
              <a:chOff x="4825727" y="3457752"/>
              <a:chExt cx="255041" cy="97491"/>
            </a:xfrm>
          </p:grpSpPr>
          <p:cxnSp>
            <p:nvCxnSpPr>
              <p:cNvPr id="165" name="直線コネクタ 164">
                <a:extLst>
                  <a:ext uri="{FF2B5EF4-FFF2-40B4-BE49-F238E27FC236}">
                    <a16:creationId xmlns:a16="http://schemas.microsoft.com/office/drawing/2014/main" id="{D0A42806-442F-6163-E4B6-DDC794EBBDA1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線コネクタ 165">
                <a:extLst>
                  <a:ext uri="{FF2B5EF4-FFF2-40B4-BE49-F238E27FC236}">
                    <a16:creationId xmlns:a16="http://schemas.microsoft.com/office/drawing/2014/main" id="{70B56FAD-E8B9-7175-F850-C91404D6AC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線コネクタ 166">
                <a:extLst>
                  <a:ext uri="{FF2B5EF4-FFF2-40B4-BE49-F238E27FC236}">
                    <a16:creationId xmlns:a16="http://schemas.microsoft.com/office/drawing/2014/main" id="{D499A3F8-6DF6-EE21-8E83-23F4A2E8DB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線コネクタ 167">
                <a:extLst>
                  <a:ext uri="{FF2B5EF4-FFF2-40B4-BE49-F238E27FC236}">
                    <a16:creationId xmlns:a16="http://schemas.microsoft.com/office/drawing/2014/main" id="{203D192B-848F-FB25-B897-8A30DD1741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線コネクタ 168">
                <a:extLst>
                  <a:ext uri="{FF2B5EF4-FFF2-40B4-BE49-F238E27FC236}">
                    <a16:creationId xmlns:a16="http://schemas.microsoft.com/office/drawing/2014/main" id="{E495F74F-9A98-9ACE-B8F1-90A0D28B5C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5CCEDD41-4DD7-E710-BDCF-5B8E2CF4F1D6}"/>
                </a:ext>
              </a:extLst>
            </p:cNvPr>
            <p:cNvCxnSpPr>
              <a:cxnSpLocks/>
            </p:cNvCxnSpPr>
            <p:nvPr/>
          </p:nvCxnSpPr>
          <p:spPr>
            <a:xfrm>
              <a:off x="9241743" y="2306610"/>
              <a:ext cx="0" cy="230637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F426E25B-E865-6635-EA91-D06DE300AB87}"/>
                </a:ext>
              </a:extLst>
            </p:cNvPr>
            <p:cNvGrpSpPr/>
            <p:nvPr/>
          </p:nvGrpSpPr>
          <p:grpSpPr>
            <a:xfrm>
              <a:off x="9463607" y="3042849"/>
              <a:ext cx="255041" cy="97491"/>
              <a:chOff x="4825727" y="3457752"/>
              <a:chExt cx="255041" cy="97491"/>
            </a:xfrm>
          </p:grpSpPr>
          <p:cxnSp>
            <p:nvCxnSpPr>
              <p:cNvPr id="160" name="直線コネクタ 159">
                <a:extLst>
                  <a:ext uri="{FF2B5EF4-FFF2-40B4-BE49-F238E27FC236}">
                    <a16:creationId xmlns:a16="http://schemas.microsoft.com/office/drawing/2014/main" id="{8E389588-5B45-CAEE-9EB3-97FFB683EFE5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線コネクタ 160">
                <a:extLst>
                  <a:ext uri="{FF2B5EF4-FFF2-40B4-BE49-F238E27FC236}">
                    <a16:creationId xmlns:a16="http://schemas.microsoft.com/office/drawing/2014/main" id="{FD1C3D37-CCF0-D03A-4FF3-93E5A1D5EA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線コネクタ 161">
                <a:extLst>
                  <a:ext uri="{FF2B5EF4-FFF2-40B4-BE49-F238E27FC236}">
                    <a16:creationId xmlns:a16="http://schemas.microsoft.com/office/drawing/2014/main" id="{27AE190D-D711-6587-A70C-07926B4EAF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線コネクタ 162">
                <a:extLst>
                  <a:ext uri="{FF2B5EF4-FFF2-40B4-BE49-F238E27FC236}">
                    <a16:creationId xmlns:a16="http://schemas.microsoft.com/office/drawing/2014/main" id="{A8DEE083-86F4-4BBB-6192-06CAA0A918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線コネクタ 163">
                <a:extLst>
                  <a:ext uri="{FF2B5EF4-FFF2-40B4-BE49-F238E27FC236}">
                    <a16:creationId xmlns:a16="http://schemas.microsoft.com/office/drawing/2014/main" id="{AF7061F8-E5E3-D02F-AB18-449CA1D0ED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2EDD27E7-91A1-57BE-17AA-9E40D121133E}"/>
                </a:ext>
              </a:extLst>
            </p:cNvPr>
            <p:cNvGrpSpPr/>
            <p:nvPr/>
          </p:nvGrpSpPr>
          <p:grpSpPr>
            <a:xfrm>
              <a:off x="8576722" y="738333"/>
              <a:ext cx="206082" cy="1189444"/>
              <a:chOff x="5347703" y="2438605"/>
              <a:chExt cx="206082" cy="1189444"/>
            </a:xfrm>
          </p:grpSpPr>
          <p:grpSp>
            <p:nvGrpSpPr>
              <p:cNvPr id="150" name="グループ化 149">
                <a:extLst>
                  <a:ext uri="{FF2B5EF4-FFF2-40B4-BE49-F238E27FC236}">
                    <a16:creationId xmlns:a16="http://schemas.microsoft.com/office/drawing/2014/main" id="{8F3377E7-1E08-0ED3-1841-FFCC92FE564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153" name="直線コネクタ 152">
                  <a:extLst>
                    <a:ext uri="{FF2B5EF4-FFF2-40B4-BE49-F238E27FC236}">
                      <a16:creationId xmlns:a16="http://schemas.microsoft.com/office/drawing/2014/main" id="{F9118E0D-87CB-BF0A-70B6-87651ED75C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直線コネクタ 153">
                  <a:extLst>
                    <a:ext uri="{FF2B5EF4-FFF2-40B4-BE49-F238E27FC236}">
                      <a16:creationId xmlns:a16="http://schemas.microsoft.com/office/drawing/2014/main" id="{060DBC10-859B-983D-1D82-FE54CDB59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線コネクタ 154">
                  <a:extLst>
                    <a:ext uri="{FF2B5EF4-FFF2-40B4-BE49-F238E27FC236}">
                      <a16:creationId xmlns:a16="http://schemas.microsoft.com/office/drawing/2014/main" id="{44BF8700-038F-F884-7379-620C7C9F1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線コネクタ 155">
                  <a:extLst>
                    <a:ext uri="{FF2B5EF4-FFF2-40B4-BE49-F238E27FC236}">
                      <a16:creationId xmlns:a16="http://schemas.microsoft.com/office/drawing/2014/main" id="{C438D99B-E4FD-A26E-CC31-BD2B8AFACE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線コネクタ 156">
                  <a:extLst>
                    <a:ext uri="{FF2B5EF4-FFF2-40B4-BE49-F238E27FC236}">
                      <a16:creationId xmlns:a16="http://schemas.microsoft.com/office/drawing/2014/main" id="{24722505-26EB-4293-C44F-C9DDB4EF3E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線コネクタ 157">
                  <a:extLst>
                    <a:ext uri="{FF2B5EF4-FFF2-40B4-BE49-F238E27FC236}">
                      <a16:creationId xmlns:a16="http://schemas.microsoft.com/office/drawing/2014/main" id="{C018EE61-2F3E-8236-178F-A1FF5C0ECB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線コネクタ 158">
                  <a:extLst>
                    <a:ext uri="{FF2B5EF4-FFF2-40B4-BE49-F238E27FC236}">
                      <a16:creationId xmlns:a16="http://schemas.microsoft.com/office/drawing/2014/main" id="{28F8FA01-AB7B-7A79-AF1F-3594F506C6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1" name="直線コネクタ 150">
                <a:extLst>
                  <a:ext uri="{FF2B5EF4-FFF2-40B4-BE49-F238E27FC236}">
                    <a16:creationId xmlns:a16="http://schemas.microsoft.com/office/drawing/2014/main" id="{4FC1A140-BDEE-53D5-9E61-C10B1B0154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0744" y="2438605"/>
                <a:ext cx="0" cy="6777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線コネクタ 151">
                <a:extLst>
                  <a:ext uri="{FF2B5EF4-FFF2-40B4-BE49-F238E27FC236}">
                    <a16:creationId xmlns:a16="http://schemas.microsoft.com/office/drawing/2014/main" id="{7C431CEB-6C92-C266-F194-FFB47254C5C5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18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35DB1FD4-873C-09C6-4BCD-E1B91C55A4F5}"/>
                </a:ext>
              </a:extLst>
            </p:cNvPr>
            <p:cNvGrpSpPr/>
            <p:nvPr/>
          </p:nvGrpSpPr>
          <p:grpSpPr>
            <a:xfrm>
              <a:off x="8576722" y="1928306"/>
              <a:ext cx="206082" cy="1134666"/>
              <a:chOff x="5347703" y="2889383"/>
              <a:chExt cx="206082" cy="1134666"/>
            </a:xfrm>
          </p:grpSpPr>
          <p:grpSp>
            <p:nvGrpSpPr>
              <p:cNvPr id="140" name="グループ化 139">
                <a:extLst>
                  <a:ext uri="{FF2B5EF4-FFF2-40B4-BE49-F238E27FC236}">
                    <a16:creationId xmlns:a16="http://schemas.microsoft.com/office/drawing/2014/main" id="{E62FFB23-9BA0-381E-DADC-DFE728D9B69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143" name="直線コネクタ 142">
                  <a:extLst>
                    <a:ext uri="{FF2B5EF4-FFF2-40B4-BE49-F238E27FC236}">
                      <a16:creationId xmlns:a16="http://schemas.microsoft.com/office/drawing/2014/main" id="{90D0B253-A446-CF38-0F7E-47F572B681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線コネクタ 143">
                  <a:extLst>
                    <a:ext uri="{FF2B5EF4-FFF2-40B4-BE49-F238E27FC236}">
                      <a16:creationId xmlns:a16="http://schemas.microsoft.com/office/drawing/2014/main" id="{32BAC331-A924-0821-D879-1B5EDC193D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線コネクタ 144">
                  <a:extLst>
                    <a:ext uri="{FF2B5EF4-FFF2-40B4-BE49-F238E27FC236}">
                      <a16:creationId xmlns:a16="http://schemas.microsoft.com/office/drawing/2014/main" id="{E141E3F6-53F5-9E24-E751-FB0658460F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線コネクタ 145">
                  <a:extLst>
                    <a:ext uri="{FF2B5EF4-FFF2-40B4-BE49-F238E27FC236}">
                      <a16:creationId xmlns:a16="http://schemas.microsoft.com/office/drawing/2014/main" id="{4E6D0E19-AB12-F1A0-C90B-76419616F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線コネクタ 146">
                  <a:extLst>
                    <a:ext uri="{FF2B5EF4-FFF2-40B4-BE49-F238E27FC236}">
                      <a16:creationId xmlns:a16="http://schemas.microsoft.com/office/drawing/2014/main" id="{BA6422A6-5CA5-B1BF-20F5-89A824A903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線コネクタ 147">
                  <a:extLst>
                    <a:ext uri="{FF2B5EF4-FFF2-40B4-BE49-F238E27FC236}">
                      <a16:creationId xmlns:a16="http://schemas.microsoft.com/office/drawing/2014/main" id="{FC259E1A-577C-B741-D262-787F00C794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線コネクタ 148">
                  <a:extLst>
                    <a:ext uri="{FF2B5EF4-FFF2-40B4-BE49-F238E27FC236}">
                      <a16:creationId xmlns:a16="http://schemas.microsoft.com/office/drawing/2014/main" id="{2F1A5BBB-8312-FE95-9DD7-FC3A5419D7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1" name="直線コネクタ 140">
                <a:extLst>
                  <a:ext uri="{FF2B5EF4-FFF2-40B4-BE49-F238E27FC236}">
                    <a16:creationId xmlns:a16="http://schemas.microsoft.com/office/drawing/2014/main" id="{38C23A9D-6EC1-45CE-E8C9-EC4A7344C6BB}"/>
                  </a:ext>
                </a:extLst>
              </p:cNvPr>
              <p:cNvCxnSpPr/>
              <p:nvPr/>
            </p:nvCxnSpPr>
            <p:spPr>
              <a:xfrm>
                <a:off x="5450744" y="2889383"/>
                <a:ext cx="0" cy="2306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線コネクタ 141">
                <a:extLst>
                  <a:ext uri="{FF2B5EF4-FFF2-40B4-BE49-F238E27FC236}">
                    <a16:creationId xmlns:a16="http://schemas.microsoft.com/office/drawing/2014/main" id="{5C90E775-8CE3-1A7C-1A94-6C6AA3A1DDBB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576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E1F81C6C-F392-CB97-9C1E-ED53BEF84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53571" y="189898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12A635EB-1D9D-EFC3-CD37-4AF8125D3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77041" y="738333"/>
              <a:ext cx="252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BC9E10FF-9D4A-AC57-B2D9-9F9E12677AD6}"/>
                </a:ext>
              </a:extLst>
            </p:cNvPr>
            <p:cNvGrpSpPr/>
            <p:nvPr/>
          </p:nvGrpSpPr>
          <p:grpSpPr>
            <a:xfrm>
              <a:off x="8540894" y="3042849"/>
              <a:ext cx="255041" cy="97491"/>
              <a:chOff x="4825727" y="3457752"/>
              <a:chExt cx="255041" cy="97491"/>
            </a:xfrm>
          </p:grpSpPr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1CA8A087-19A3-B1CF-2A4C-84E423B09C7D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コネクタ 135">
                <a:extLst>
                  <a:ext uri="{FF2B5EF4-FFF2-40B4-BE49-F238E27FC236}">
                    <a16:creationId xmlns:a16="http://schemas.microsoft.com/office/drawing/2014/main" id="{216ACF88-4B0A-E63C-5818-8E23C154B6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コネクタ 136">
                <a:extLst>
                  <a:ext uri="{FF2B5EF4-FFF2-40B4-BE49-F238E27FC236}">
                    <a16:creationId xmlns:a16="http://schemas.microsoft.com/office/drawing/2014/main" id="{FEFC464B-06BB-56C9-3356-CEB25C08C5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コネクタ 137">
                <a:extLst>
                  <a:ext uri="{FF2B5EF4-FFF2-40B4-BE49-F238E27FC236}">
                    <a16:creationId xmlns:a16="http://schemas.microsoft.com/office/drawing/2014/main" id="{13BE8A66-E008-06E7-5B06-30AD9A5BD5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コネクタ 138">
                <a:extLst>
                  <a:ext uri="{FF2B5EF4-FFF2-40B4-BE49-F238E27FC236}">
                    <a16:creationId xmlns:a16="http://schemas.microsoft.com/office/drawing/2014/main" id="{0BBFFBFA-884B-D769-2C8C-D851C36808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D1CB1139-CFCA-F587-2BAB-2284A1A87228}"/>
                </a:ext>
              </a:extLst>
            </p:cNvPr>
            <p:cNvGrpSpPr/>
            <p:nvPr/>
          </p:nvGrpSpPr>
          <p:grpSpPr>
            <a:xfrm rot="5400000">
              <a:off x="9709162" y="915134"/>
              <a:ext cx="324784" cy="1259621"/>
              <a:chOff x="4655297" y="5022232"/>
              <a:chExt cx="324784" cy="1259621"/>
            </a:xfrm>
          </p:grpSpPr>
          <p:grpSp>
            <p:nvGrpSpPr>
              <p:cNvPr id="125" name="グループ化 124">
                <a:extLst>
                  <a:ext uri="{FF2B5EF4-FFF2-40B4-BE49-F238E27FC236}">
                    <a16:creationId xmlns:a16="http://schemas.microsoft.com/office/drawing/2014/main" id="{E08A51E9-176B-1314-D084-35D779117FA4}"/>
                  </a:ext>
                </a:extLst>
              </p:cNvPr>
              <p:cNvGrpSpPr/>
              <p:nvPr/>
            </p:nvGrpSpPr>
            <p:grpSpPr>
              <a:xfrm>
                <a:off x="4739801" y="5022232"/>
                <a:ext cx="240280" cy="1259621"/>
                <a:chOff x="4739801" y="5022232"/>
                <a:chExt cx="240280" cy="1259621"/>
              </a:xfrm>
            </p:grpSpPr>
            <p:cxnSp>
              <p:nvCxnSpPr>
                <p:cNvPr id="127" name="直線コネクタ 126">
                  <a:extLst>
                    <a:ext uri="{FF2B5EF4-FFF2-40B4-BE49-F238E27FC236}">
                      <a16:creationId xmlns:a16="http://schemas.microsoft.com/office/drawing/2014/main" id="{0170749F-773F-B6CA-8A1A-5B1D6D5270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8936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線コネクタ 127">
                  <a:extLst>
                    <a:ext uri="{FF2B5EF4-FFF2-40B4-BE49-F238E27FC236}">
                      <a16:creationId xmlns:a16="http://schemas.microsoft.com/office/drawing/2014/main" id="{0C6E161A-FCA2-60F7-7EF1-2C2CADA279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80150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線コネクタ 128">
                  <a:extLst>
                    <a:ext uri="{FF2B5EF4-FFF2-40B4-BE49-F238E27FC236}">
                      <a16:creationId xmlns:a16="http://schemas.microsoft.com/office/drawing/2014/main" id="{811AADA6-CBB2-9757-8208-523A5AA17A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38428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線コネクタ 129">
                  <a:extLst>
                    <a:ext uri="{FF2B5EF4-FFF2-40B4-BE49-F238E27FC236}">
                      <a16:creationId xmlns:a16="http://schemas.microsoft.com/office/drawing/2014/main" id="{1B19BA3B-38B3-C268-7D49-8C7D7165E1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41015" y="5827954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線コネクタ 130">
                  <a:extLst>
                    <a:ext uri="{FF2B5EF4-FFF2-40B4-BE49-F238E27FC236}">
                      <a16:creationId xmlns:a16="http://schemas.microsoft.com/office/drawing/2014/main" id="{F7C31383-7638-E928-DE67-E7804C4B5BC1}"/>
                    </a:ext>
                  </a:extLst>
                </p:cNvPr>
                <p:cNvCxnSpPr/>
                <p:nvPr/>
              </p:nvCxnSpPr>
              <p:spPr>
                <a:xfrm>
                  <a:off x="4739801" y="5836195"/>
                  <a:ext cx="2402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線コネクタ 131">
                  <a:extLst>
                    <a:ext uri="{FF2B5EF4-FFF2-40B4-BE49-F238E27FC236}">
                      <a16:creationId xmlns:a16="http://schemas.microsoft.com/office/drawing/2014/main" id="{E494CB9A-4B79-4EC6-B5B2-951A8031D450}"/>
                    </a:ext>
                  </a:extLst>
                </p:cNvPr>
                <p:cNvCxnSpPr/>
                <p:nvPr/>
              </p:nvCxnSpPr>
              <p:spPr>
                <a:xfrm>
                  <a:off x="4739801" y="5921854"/>
                  <a:ext cx="2402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線コネクタ 132">
                  <a:extLst>
                    <a:ext uri="{FF2B5EF4-FFF2-40B4-BE49-F238E27FC236}">
                      <a16:creationId xmlns:a16="http://schemas.microsoft.com/office/drawing/2014/main" id="{8379F928-D580-1B62-5D7D-729C13001A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463950" y="5418232"/>
                  <a:ext cx="792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線コネクタ 133">
                  <a:extLst>
                    <a:ext uri="{FF2B5EF4-FFF2-40B4-BE49-F238E27FC236}">
                      <a16:creationId xmlns:a16="http://schemas.microsoft.com/office/drawing/2014/main" id="{999F7B5F-0173-97DE-D3AA-C4E50326776F}"/>
                    </a:ext>
                  </a:extLst>
                </p:cNvPr>
                <p:cNvCxnSpPr/>
                <p:nvPr/>
              </p:nvCxnSpPr>
              <p:spPr>
                <a:xfrm>
                  <a:off x="4859941" y="5921853"/>
                  <a:ext cx="0" cy="36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6" name="テキスト ボックス 125">
                <a:extLst>
                  <a:ext uri="{FF2B5EF4-FFF2-40B4-BE49-F238E27FC236}">
                    <a16:creationId xmlns:a16="http://schemas.microsoft.com/office/drawing/2014/main" id="{6DB21FE3-E31C-9DA4-6F8D-DC86D4FAF140}"/>
                  </a:ext>
                </a:extLst>
              </p:cNvPr>
              <p:cNvSpPr txBox="1"/>
              <p:nvPr/>
            </p:nvSpPr>
            <p:spPr>
              <a:xfrm>
                <a:off x="4655297" y="5943457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ja-JP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＋</a:t>
                </a: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05773A98-C6E1-EA7B-6191-5B3A6FB6FE4E}"/>
                </a:ext>
              </a:extLst>
            </p:cNvPr>
            <p:cNvGrpSpPr/>
            <p:nvPr/>
          </p:nvGrpSpPr>
          <p:grpSpPr>
            <a:xfrm rot="5400000">
              <a:off x="10723100" y="1162597"/>
              <a:ext cx="206082" cy="846666"/>
              <a:chOff x="5347703" y="2889383"/>
              <a:chExt cx="206082" cy="846666"/>
            </a:xfrm>
          </p:grpSpPr>
          <p:grpSp>
            <p:nvGrpSpPr>
              <p:cNvPr id="115" name="グループ化 114">
                <a:extLst>
                  <a:ext uri="{FF2B5EF4-FFF2-40B4-BE49-F238E27FC236}">
                    <a16:creationId xmlns:a16="http://schemas.microsoft.com/office/drawing/2014/main" id="{3A418DB2-E8C0-8295-A616-2206473BBAF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118" name="直線コネクタ 117">
                  <a:extLst>
                    <a:ext uri="{FF2B5EF4-FFF2-40B4-BE49-F238E27FC236}">
                      <a16:creationId xmlns:a16="http://schemas.microsoft.com/office/drawing/2014/main" id="{587E3F2E-4AE4-E5A1-C323-674BD91BCE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線コネクタ 118">
                  <a:extLst>
                    <a:ext uri="{FF2B5EF4-FFF2-40B4-BE49-F238E27FC236}">
                      <a16:creationId xmlns:a16="http://schemas.microsoft.com/office/drawing/2014/main" id="{050CAF7C-9E71-F87B-9AEC-2BB38E2F65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線コネクタ 119">
                  <a:extLst>
                    <a:ext uri="{FF2B5EF4-FFF2-40B4-BE49-F238E27FC236}">
                      <a16:creationId xmlns:a16="http://schemas.microsoft.com/office/drawing/2014/main" id="{0CA4A500-4949-5A6D-9C5A-040233D1AD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線コネクタ 120">
                  <a:extLst>
                    <a:ext uri="{FF2B5EF4-FFF2-40B4-BE49-F238E27FC236}">
                      <a16:creationId xmlns:a16="http://schemas.microsoft.com/office/drawing/2014/main" id="{04D70E32-78A3-C66C-ED67-83B34B60CA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線コネクタ 121">
                  <a:extLst>
                    <a:ext uri="{FF2B5EF4-FFF2-40B4-BE49-F238E27FC236}">
                      <a16:creationId xmlns:a16="http://schemas.microsoft.com/office/drawing/2014/main" id="{D31B33F9-04D6-6CC9-B18F-46C047543C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線コネクタ 122">
                  <a:extLst>
                    <a:ext uri="{FF2B5EF4-FFF2-40B4-BE49-F238E27FC236}">
                      <a16:creationId xmlns:a16="http://schemas.microsoft.com/office/drawing/2014/main" id="{CD9C3282-7A78-3813-F03D-C4B1271929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線コネクタ 123">
                  <a:extLst>
                    <a:ext uri="{FF2B5EF4-FFF2-40B4-BE49-F238E27FC236}">
                      <a16:creationId xmlns:a16="http://schemas.microsoft.com/office/drawing/2014/main" id="{16689930-A2AE-2421-7A52-C39B741424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6" name="直線コネクタ 115">
                <a:extLst>
                  <a:ext uri="{FF2B5EF4-FFF2-40B4-BE49-F238E27FC236}">
                    <a16:creationId xmlns:a16="http://schemas.microsoft.com/office/drawing/2014/main" id="{0B20B6A0-FA13-03AC-F8AE-037FEDE0D567}"/>
                  </a:ext>
                </a:extLst>
              </p:cNvPr>
              <p:cNvCxnSpPr/>
              <p:nvPr/>
            </p:nvCxnSpPr>
            <p:spPr>
              <a:xfrm>
                <a:off x="5450744" y="2889383"/>
                <a:ext cx="0" cy="230637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線コネクタ 116">
                <a:extLst>
                  <a:ext uri="{FF2B5EF4-FFF2-40B4-BE49-F238E27FC236}">
                    <a16:creationId xmlns:a16="http://schemas.microsoft.com/office/drawing/2014/main" id="{E57D8B12-7D3B-519D-EC35-40146B3B8FE8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67B30F0C-8795-16C0-76A7-E6C75A819896}"/>
                </a:ext>
              </a:extLst>
            </p:cNvPr>
            <p:cNvGrpSpPr/>
            <p:nvPr/>
          </p:nvGrpSpPr>
          <p:grpSpPr>
            <a:xfrm>
              <a:off x="9826731" y="738333"/>
              <a:ext cx="206082" cy="817270"/>
              <a:chOff x="5347703" y="2810779"/>
              <a:chExt cx="206082" cy="817270"/>
            </a:xfrm>
          </p:grpSpPr>
          <p:grpSp>
            <p:nvGrpSpPr>
              <p:cNvPr id="105" name="グループ化 104">
                <a:extLst>
                  <a:ext uri="{FF2B5EF4-FFF2-40B4-BE49-F238E27FC236}">
                    <a16:creationId xmlns:a16="http://schemas.microsoft.com/office/drawing/2014/main" id="{872DE3EE-5525-E9D2-98CE-BD8F50C41E0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108" name="直線コネクタ 107">
                  <a:extLst>
                    <a:ext uri="{FF2B5EF4-FFF2-40B4-BE49-F238E27FC236}">
                      <a16:creationId xmlns:a16="http://schemas.microsoft.com/office/drawing/2014/main" id="{49902BD7-BB07-D58C-C60A-DD8B50829F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線コネクタ 108">
                  <a:extLst>
                    <a:ext uri="{FF2B5EF4-FFF2-40B4-BE49-F238E27FC236}">
                      <a16:creationId xmlns:a16="http://schemas.microsoft.com/office/drawing/2014/main" id="{3CED87BF-2E72-F2F8-88F6-A657844DFA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線コネクタ 109">
                  <a:extLst>
                    <a:ext uri="{FF2B5EF4-FFF2-40B4-BE49-F238E27FC236}">
                      <a16:creationId xmlns:a16="http://schemas.microsoft.com/office/drawing/2014/main" id="{61D7A6CE-C4DA-4B91-83F2-5315B6A84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線コネクタ 110">
                  <a:extLst>
                    <a:ext uri="{FF2B5EF4-FFF2-40B4-BE49-F238E27FC236}">
                      <a16:creationId xmlns:a16="http://schemas.microsoft.com/office/drawing/2014/main" id="{BD40970C-E13C-7730-940F-958A446B95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線コネクタ 111">
                  <a:extLst>
                    <a:ext uri="{FF2B5EF4-FFF2-40B4-BE49-F238E27FC236}">
                      <a16:creationId xmlns:a16="http://schemas.microsoft.com/office/drawing/2014/main" id="{8D80DBE0-7D6E-901E-7502-4CA831E28F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線コネクタ 112">
                  <a:extLst>
                    <a:ext uri="{FF2B5EF4-FFF2-40B4-BE49-F238E27FC236}">
                      <a16:creationId xmlns:a16="http://schemas.microsoft.com/office/drawing/2014/main" id="{C1CB0375-58EF-DA19-3E9C-5C5468E518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線コネクタ 113">
                  <a:extLst>
                    <a:ext uri="{FF2B5EF4-FFF2-40B4-BE49-F238E27FC236}">
                      <a16:creationId xmlns:a16="http://schemas.microsoft.com/office/drawing/2014/main" id="{775F78DC-7E5C-C9DF-2814-A2C1CBBC2C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6" name="直線コネクタ 105">
                <a:extLst>
                  <a:ext uri="{FF2B5EF4-FFF2-40B4-BE49-F238E27FC236}">
                    <a16:creationId xmlns:a16="http://schemas.microsoft.com/office/drawing/2014/main" id="{10273358-A259-8481-7B4A-76EA2771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0744" y="2810779"/>
                <a:ext cx="0" cy="3055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線コネクタ 106">
                <a:extLst>
                  <a:ext uri="{FF2B5EF4-FFF2-40B4-BE49-F238E27FC236}">
                    <a16:creationId xmlns:a16="http://schemas.microsoft.com/office/drawing/2014/main" id="{D1878DCD-9AA2-501E-1406-452B7B32EF4F}"/>
                  </a:ext>
                </a:extLst>
              </p:cNvPr>
              <p:cNvCxnSpPr/>
              <p:nvPr/>
            </p:nvCxnSpPr>
            <p:spPr>
              <a:xfrm>
                <a:off x="5450744" y="3448049"/>
                <a:ext cx="0" cy="18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F603ECFB-B34A-95DC-7346-4CE5100CA983}"/>
                </a:ext>
              </a:extLst>
            </p:cNvPr>
            <p:cNvGrpSpPr/>
            <p:nvPr/>
          </p:nvGrpSpPr>
          <p:grpSpPr>
            <a:xfrm>
              <a:off x="9826731" y="1556132"/>
              <a:ext cx="206082" cy="1506840"/>
              <a:chOff x="5347703" y="2889383"/>
              <a:chExt cx="206082" cy="1506840"/>
            </a:xfrm>
          </p:grpSpPr>
          <p:grpSp>
            <p:nvGrpSpPr>
              <p:cNvPr id="95" name="グループ化 94">
                <a:extLst>
                  <a:ext uri="{FF2B5EF4-FFF2-40B4-BE49-F238E27FC236}">
                    <a16:creationId xmlns:a16="http://schemas.microsoft.com/office/drawing/2014/main" id="{27058226-752C-ECA3-C3A2-01EBEAF1363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47703" y="3123398"/>
                <a:ext cx="206082" cy="327827"/>
                <a:chOff x="5347703" y="3123398"/>
                <a:chExt cx="206082" cy="440760"/>
              </a:xfrm>
            </p:grpSpPr>
            <p:cxnSp>
              <p:nvCxnSpPr>
                <p:cNvPr id="98" name="直線コネクタ 97">
                  <a:extLst>
                    <a:ext uri="{FF2B5EF4-FFF2-40B4-BE49-F238E27FC236}">
                      <a16:creationId xmlns:a16="http://schemas.microsoft.com/office/drawing/2014/main" id="{23E8D496-4D27-0D98-20C1-DDA4423ECA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0744" y="3123398"/>
                  <a:ext cx="92530" cy="417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線コネクタ 98">
                  <a:extLst>
                    <a:ext uri="{FF2B5EF4-FFF2-40B4-BE49-F238E27FC236}">
                      <a16:creationId xmlns:a16="http://schemas.microsoft.com/office/drawing/2014/main" id="{69962CD3-EDEC-C313-32EF-F1B683718D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165151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線コネクタ 99">
                  <a:extLst>
                    <a:ext uri="{FF2B5EF4-FFF2-40B4-BE49-F238E27FC236}">
                      <a16:creationId xmlns:a16="http://schemas.microsoft.com/office/drawing/2014/main" id="{E87797EB-09C1-93E4-439F-BCBB6A0056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230789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線コネクタ 100">
                  <a:extLst>
                    <a:ext uri="{FF2B5EF4-FFF2-40B4-BE49-F238E27FC236}">
                      <a16:creationId xmlns:a16="http://schemas.microsoft.com/office/drawing/2014/main" id="{093981A3-6F8D-0DCC-28AD-E56A83D1FE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30135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線コネクタ 101">
                  <a:extLst>
                    <a:ext uri="{FF2B5EF4-FFF2-40B4-BE49-F238E27FC236}">
                      <a16:creationId xmlns:a16="http://schemas.microsoft.com/office/drawing/2014/main" id="{210CA510-63A4-B776-98AE-DB96FDE6C6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376515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線コネクタ 102">
                  <a:extLst>
                    <a:ext uri="{FF2B5EF4-FFF2-40B4-BE49-F238E27FC236}">
                      <a16:creationId xmlns:a16="http://schemas.microsoft.com/office/drawing/2014/main" id="{34ED6253-FD99-F263-3DE7-38D74D4A72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47703" y="3444362"/>
                  <a:ext cx="206082" cy="71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線コネクタ 103">
                  <a:extLst>
                    <a:ext uri="{FF2B5EF4-FFF2-40B4-BE49-F238E27FC236}">
                      <a16:creationId xmlns:a16="http://schemas.microsoft.com/office/drawing/2014/main" id="{25AF4715-6994-BE95-1E2C-AD71306253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7703" y="3513175"/>
                  <a:ext cx="103041" cy="509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6" name="直線コネクタ 95">
                <a:extLst>
                  <a:ext uri="{FF2B5EF4-FFF2-40B4-BE49-F238E27FC236}">
                    <a16:creationId xmlns:a16="http://schemas.microsoft.com/office/drawing/2014/main" id="{097B1C7F-22FE-05FA-5D9B-F0E7A7F5CE6B}"/>
                  </a:ext>
                </a:extLst>
              </p:cNvPr>
              <p:cNvCxnSpPr/>
              <p:nvPr/>
            </p:nvCxnSpPr>
            <p:spPr>
              <a:xfrm>
                <a:off x="5450744" y="2889383"/>
                <a:ext cx="0" cy="2306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線コネクタ 96">
                <a:extLst>
                  <a:ext uri="{FF2B5EF4-FFF2-40B4-BE49-F238E27FC236}">
                    <a16:creationId xmlns:a16="http://schemas.microsoft.com/office/drawing/2014/main" id="{E7E830E6-426F-2EA8-7940-464622800F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0744" y="3448049"/>
                <a:ext cx="0" cy="94817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0B830AC2-0283-3345-FF53-3FD45F3CF73D}"/>
                </a:ext>
              </a:extLst>
            </p:cNvPr>
            <p:cNvGrpSpPr/>
            <p:nvPr/>
          </p:nvGrpSpPr>
          <p:grpSpPr>
            <a:xfrm>
              <a:off x="9804065" y="3042849"/>
              <a:ext cx="255041" cy="97491"/>
              <a:chOff x="4825727" y="3457752"/>
              <a:chExt cx="255041" cy="97491"/>
            </a:xfrm>
          </p:grpSpPr>
          <p:cxnSp>
            <p:nvCxnSpPr>
              <p:cNvPr id="90" name="直線コネクタ 89">
                <a:extLst>
                  <a:ext uri="{FF2B5EF4-FFF2-40B4-BE49-F238E27FC236}">
                    <a16:creationId xmlns:a16="http://schemas.microsoft.com/office/drawing/2014/main" id="{A8DBA6B8-FF51-C361-C369-DEFC0934E983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線コネクタ 90">
                <a:extLst>
                  <a:ext uri="{FF2B5EF4-FFF2-40B4-BE49-F238E27FC236}">
                    <a16:creationId xmlns:a16="http://schemas.microsoft.com/office/drawing/2014/main" id="{FA4A43BA-3FF6-C944-E021-CCD09189AC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線コネクタ 91">
                <a:extLst>
                  <a:ext uri="{FF2B5EF4-FFF2-40B4-BE49-F238E27FC236}">
                    <a16:creationId xmlns:a16="http://schemas.microsoft.com/office/drawing/2014/main" id="{2F6B74EA-ABC2-D623-B03C-76244A355D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01032FCC-589B-7035-87A8-9F569968F6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コネクタ 93">
                <a:extLst>
                  <a:ext uri="{FF2B5EF4-FFF2-40B4-BE49-F238E27FC236}">
                    <a16:creationId xmlns:a16="http://schemas.microsoft.com/office/drawing/2014/main" id="{B189B60F-9BF4-2EFF-B07D-433646D93B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3AB29896-F93F-F70C-97CC-8D3A38920E91}"/>
                </a:ext>
              </a:extLst>
            </p:cNvPr>
            <p:cNvGrpSpPr/>
            <p:nvPr/>
          </p:nvGrpSpPr>
          <p:grpSpPr>
            <a:xfrm>
              <a:off x="10172598" y="3042849"/>
              <a:ext cx="255041" cy="97491"/>
              <a:chOff x="4825727" y="3457752"/>
              <a:chExt cx="255041" cy="97491"/>
            </a:xfrm>
          </p:grpSpPr>
          <p:cxnSp>
            <p:nvCxnSpPr>
              <p:cNvPr id="85" name="直線コネクタ 84">
                <a:extLst>
                  <a:ext uri="{FF2B5EF4-FFF2-40B4-BE49-F238E27FC236}">
                    <a16:creationId xmlns:a16="http://schemas.microsoft.com/office/drawing/2014/main" id="{558302B6-AB9B-E4C1-B01B-CED509B086A8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線コネクタ 85">
                <a:extLst>
                  <a:ext uri="{FF2B5EF4-FFF2-40B4-BE49-F238E27FC236}">
                    <a16:creationId xmlns:a16="http://schemas.microsoft.com/office/drawing/2014/main" id="{7471595D-51B9-35C2-5648-AFA7828548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線コネクタ 86">
                <a:extLst>
                  <a:ext uri="{FF2B5EF4-FFF2-40B4-BE49-F238E27FC236}">
                    <a16:creationId xmlns:a16="http://schemas.microsoft.com/office/drawing/2014/main" id="{183E577C-F5D5-5035-4DD7-D7923115DC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線コネクタ 87">
                <a:extLst>
                  <a:ext uri="{FF2B5EF4-FFF2-40B4-BE49-F238E27FC236}">
                    <a16:creationId xmlns:a16="http://schemas.microsoft.com/office/drawing/2014/main" id="{3E917BBE-966C-F18B-6AC9-F520BD9DCA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D0502B31-27B4-C6A0-B060-A7DF1F4596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02091460-7A4A-B9CD-4D11-FAAC8DDAE2A8}"/>
                </a:ext>
              </a:extLst>
            </p:cNvPr>
            <p:cNvGrpSpPr/>
            <p:nvPr/>
          </p:nvGrpSpPr>
          <p:grpSpPr>
            <a:xfrm>
              <a:off x="10180946" y="1585106"/>
              <a:ext cx="240280" cy="1460967"/>
              <a:chOff x="4739801" y="4856886"/>
              <a:chExt cx="240280" cy="1460967"/>
            </a:xfrm>
          </p:grpSpPr>
          <p:cxnSp>
            <p:nvCxnSpPr>
              <p:cNvPr id="81" name="直線コネクタ 80">
                <a:extLst>
                  <a:ext uri="{FF2B5EF4-FFF2-40B4-BE49-F238E27FC236}">
                    <a16:creationId xmlns:a16="http://schemas.microsoft.com/office/drawing/2014/main" id="{7F9D515A-B9CA-0043-8F62-1EB5C63D2C26}"/>
                  </a:ext>
                </a:extLst>
              </p:cNvPr>
              <p:cNvCxnSpPr/>
              <p:nvPr/>
            </p:nvCxnSpPr>
            <p:spPr>
              <a:xfrm>
                <a:off x="4739801" y="5823495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コネクタ 81">
                <a:extLst>
                  <a:ext uri="{FF2B5EF4-FFF2-40B4-BE49-F238E27FC236}">
                    <a16:creationId xmlns:a16="http://schemas.microsoft.com/office/drawing/2014/main" id="{853C34C3-F8F6-2B15-B600-D91241013CBC}"/>
                  </a:ext>
                </a:extLst>
              </p:cNvPr>
              <p:cNvCxnSpPr/>
              <p:nvPr/>
            </p:nvCxnSpPr>
            <p:spPr>
              <a:xfrm>
                <a:off x="4739801" y="5921854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コネクタ 82">
                <a:extLst>
                  <a:ext uri="{FF2B5EF4-FFF2-40B4-BE49-F238E27FC236}">
                    <a16:creationId xmlns:a16="http://schemas.microsoft.com/office/drawing/2014/main" id="{1F6E8C1D-C024-79DD-A20F-E53A849C90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9941" y="4856886"/>
                <a:ext cx="0" cy="972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42C3753C-21D8-59AF-10A3-A8614E7982D1}"/>
                  </a:ext>
                </a:extLst>
              </p:cNvPr>
              <p:cNvCxnSpPr/>
              <p:nvPr/>
            </p:nvCxnSpPr>
            <p:spPr>
              <a:xfrm>
                <a:off x="4859941" y="5921853"/>
                <a:ext cx="0" cy="396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円/楕円 30">
              <a:extLst>
                <a:ext uri="{FF2B5EF4-FFF2-40B4-BE49-F238E27FC236}">
                  <a16:creationId xmlns:a16="http://schemas.microsoft.com/office/drawing/2014/main" id="{BDDD03BB-83B1-86A1-F1A6-BF1AC9F985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05743" y="70233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円/楕円 31">
              <a:extLst>
                <a:ext uri="{FF2B5EF4-FFF2-40B4-BE49-F238E27FC236}">
                  <a16:creationId xmlns:a16="http://schemas.microsoft.com/office/drawing/2014/main" id="{EA9D0652-0693-C456-D0F5-403AD40117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95024" y="70233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円/楕円 32">
              <a:extLst>
                <a:ext uri="{FF2B5EF4-FFF2-40B4-BE49-F238E27FC236}">
                  <a16:creationId xmlns:a16="http://schemas.microsoft.com/office/drawing/2014/main" id="{C91D6AE2-703C-78F0-CB24-4EC47B697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05743" y="1554618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円/楕円 33">
              <a:extLst>
                <a:ext uri="{FF2B5EF4-FFF2-40B4-BE49-F238E27FC236}">
                  <a16:creationId xmlns:a16="http://schemas.microsoft.com/office/drawing/2014/main" id="{981EF660-EB44-F2A1-4959-538A266885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85987" y="1550176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円/楕円 34">
              <a:extLst>
                <a:ext uri="{FF2B5EF4-FFF2-40B4-BE49-F238E27FC236}">
                  <a16:creationId xmlns:a16="http://schemas.microsoft.com/office/drawing/2014/main" id="{E3CA7045-CB44-A2AE-B96E-7370D094F3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63835" y="1550176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AEE29F06-A931-7FAB-CD30-E7CF41867D2B}"/>
                </a:ext>
              </a:extLst>
            </p:cNvPr>
            <p:cNvSpPr txBox="1"/>
            <p:nvPr/>
          </p:nvSpPr>
          <p:spPr>
            <a:xfrm>
              <a:off x="11254890" y="1459124"/>
              <a:ext cx="5100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ja-JP" sz="1000">
                  <a:latin typeface="Arial" panose="020B0604020202020204" pitchFamily="34" charset="0"/>
                  <a:cs typeface="Arial" panose="020B0604020202020204" pitchFamily="34" charset="0"/>
                </a:rPr>
                <a:t>GP26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E6789D3A-CAFA-E30C-2A60-ACC7912826C4}"/>
                </a:ext>
              </a:extLst>
            </p:cNvPr>
            <p:cNvSpPr txBox="1"/>
            <p:nvPr/>
          </p:nvSpPr>
          <p:spPr>
            <a:xfrm>
              <a:off x="10363758" y="2495550"/>
              <a:ext cx="3848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0.1</a:t>
              </a:r>
              <a:endParaRPr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8FA01EE6-3F19-DE55-C817-20DFE00D674E}"/>
                </a:ext>
              </a:extLst>
            </p:cNvPr>
            <p:cNvSpPr txBox="1"/>
            <p:nvPr/>
          </p:nvSpPr>
          <p:spPr>
            <a:xfrm>
              <a:off x="9903259" y="2036575"/>
              <a:ext cx="3930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31410577-22D3-EAF5-9F70-12FD97D4DE75}"/>
                </a:ext>
              </a:extLst>
            </p:cNvPr>
            <p:cNvSpPr txBox="1"/>
            <p:nvPr/>
          </p:nvSpPr>
          <p:spPr>
            <a:xfrm>
              <a:off x="10013950" y="1101541"/>
              <a:ext cx="3930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10k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A32A9969-D3D2-43B0-6D5D-C44C17FBFB54}"/>
                </a:ext>
              </a:extLst>
            </p:cNvPr>
            <p:cNvSpPr txBox="1"/>
            <p:nvPr/>
          </p:nvSpPr>
          <p:spPr>
            <a:xfrm>
              <a:off x="8046933" y="2033724"/>
              <a:ext cx="3930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CC889A8B-4158-3342-8FBE-D326CEAEFE34}"/>
                </a:ext>
              </a:extLst>
            </p:cNvPr>
            <p:cNvSpPr txBox="1"/>
            <p:nvPr/>
          </p:nvSpPr>
          <p:spPr>
            <a:xfrm>
              <a:off x="8183234" y="1412051"/>
              <a:ext cx="4635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93EC7A82-F58E-D14C-B8ED-B1176444E8C8}"/>
                </a:ext>
              </a:extLst>
            </p:cNvPr>
            <p:cNvSpPr txBox="1"/>
            <p:nvPr/>
          </p:nvSpPr>
          <p:spPr>
            <a:xfrm>
              <a:off x="8187360" y="2262936"/>
              <a:ext cx="3930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47k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56A3222A-38BE-907F-31FD-45372026BCF5}"/>
                </a:ext>
              </a:extLst>
            </p:cNvPr>
            <p:cNvSpPr txBox="1"/>
            <p:nvPr/>
          </p:nvSpPr>
          <p:spPr>
            <a:xfrm>
              <a:off x="8821822" y="2509157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47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D7A976C0-E0A4-15B7-8B34-D9F42E7832AD}"/>
                </a:ext>
              </a:extLst>
            </p:cNvPr>
            <p:cNvSpPr txBox="1"/>
            <p:nvPr/>
          </p:nvSpPr>
          <p:spPr>
            <a:xfrm>
              <a:off x="9544279" y="2345012"/>
              <a:ext cx="3962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470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95128FD2-CEBB-9EFE-B760-898B89A9919F}"/>
                </a:ext>
              </a:extLst>
            </p:cNvPr>
            <p:cNvSpPr txBox="1"/>
            <p:nvPr/>
          </p:nvSpPr>
          <p:spPr>
            <a:xfrm>
              <a:off x="8788159" y="1209398"/>
              <a:ext cx="4267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4.7k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6DA28FAC-B892-078B-5034-E9369BBBF430}"/>
                </a:ext>
              </a:extLst>
            </p:cNvPr>
            <p:cNvSpPr txBox="1"/>
            <p:nvPr/>
          </p:nvSpPr>
          <p:spPr>
            <a:xfrm>
              <a:off x="9045215" y="125317"/>
              <a:ext cx="4090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3V3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4958599F-7009-54A7-06CB-8FE27D89E642}"/>
                </a:ext>
              </a:extLst>
            </p:cNvPr>
            <p:cNvSpPr txBox="1"/>
            <p:nvPr/>
          </p:nvSpPr>
          <p:spPr>
            <a:xfrm>
              <a:off x="10671595" y="1672459"/>
              <a:ext cx="3225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1k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D6DDC2CE-2467-E651-2ED5-63B3B2285C43}"/>
                </a:ext>
              </a:extLst>
            </p:cNvPr>
            <p:cNvSpPr txBox="1"/>
            <p:nvPr/>
          </p:nvSpPr>
          <p:spPr>
            <a:xfrm>
              <a:off x="9522438" y="1234699"/>
              <a:ext cx="3848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2B1F20A3-3E0C-7AB8-50AA-44B8DFAC5146}"/>
                </a:ext>
              </a:extLst>
            </p:cNvPr>
            <p:cNvSpPr txBox="1"/>
            <p:nvPr/>
          </p:nvSpPr>
          <p:spPr>
            <a:xfrm>
              <a:off x="8732872" y="3176758"/>
              <a:ext cx="7152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2SC1815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C04D207D-6693-C2D5-7E55-6490D1566C8C}"/>
                </a:ext>
              </a:extLst>
            </p:cNvPr>
            <p:cNvGrpSpPr/>
            <p:nvPr/>
          </p:nvGrpSpPr>
          <p:grpSpPr>
            <a:xfrm>
              <a:off x="10645941" y="1341339"/>
              <a:ext cx="255041" cy="97491"/>
              <a:chOff x="4825727" y="3457752"/>
              <a:chExt cx="255041" cy="97491"/>
            </a:xfrm>
          </p:grpSpPr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D970D6D7-E245-E873-F014-1B2DB8D18EC5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コネクタ 76">
                <a:extLst>
                  <a:ext uri="{FF2B5EF4-FFF2-40B4-BE49-F238E27FC236}">
                    <a16:creationId xmlns:a16="http://schemas.microsoft.com/office/drawing/2014/main" id="{352DB66D-CE69-5CDE-B8EA-AAF4EDD5BE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0CFAAAE4-7D3C-625F-C5DB-BD16AB1850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C22FBB54-0975-C438-A1BA-8EB4E1C4D5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コネクタ 79">
                <a:extLst>
                  <a:ext uri="{FF2B5EF4-FFF2-40B4-BE49-F238E27FC236}">
                    <a16:creationId xmlns:a16="http://schemas.microsoft.com/office/drawing/2014/main" id="{BB35B077-8BD0-0819-B25B-DF23F2E100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A0D1416D-03CC-106B-3946-20B333CFB50F}"/>
                </a:ext>
              </a:extLst>
            </p:cNvPr>
            <p:cNvSpPr txBox="1"/>
            <p:nvPr/>
          </p:nvSpPr>
          <p:spPr>
            <a:xfrm>
              <a:off x="11271456" y="973049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C80481A0-BEEB-1197-92DD-EC57CFDA37EB}"/>
                </a:ext>
              </a:extLst>
            </p:cNvPr>
            <p:cNvGrpSpPr/>
            <p:nvPr/>
          </p:nvGrpSpPr>
          <p:grpSpPr>
            <a:xfrm>
              <a:off x="11007763" y="732753"/>
              <a:ext cx="294247" cy="603156"/>
              <a:chOff x="4685834" y="5498697"/>
              <a:chExt cx="294247" cy="603156"/>
            </a:xfrm>
          </p:grpSpPr>
          <p:grpSp>
            <p:nvGrpSpPr>
              <p:cNvPr id="66" name="グループ化 65">
                <a:extLst>
                  <a:ext uri="{FF2B5EF4-FFF2-40B4-BE49-F238E27FC236}">
                    <a16:creationId xmlns:a16="http://schemas.microsoft.com/office/drawing/2014/main" id="{EB4B6A39-A68F-6D51-1007-217580A9B3A5}"/>
                  </a:ext>
                </a:extLst>
              </p:cNvPr>
              <p:cNvGrpSpPr/>
              <p:nvPr/>
            </p:nvGrpSpPr>
            <p:grpSpPr>
              <a:xfrm>
                <a:off x="4739801" y="5498697"/>
                <a:ext cx="240280" cy="603156"/>
                <a:chOff x="4739801" y="5498697"/>
                <a:chExt cx="240280" cy="603156"/>
              </a:xfrm>
            </p:grpSpPr>
            <p:cxnSp>
              <p:nvCxnSpPr>
                <p:cNvPr id="68" name="直線コネクタ 67">
                  <a:extLst>
                    <a:ext uri="{FF2B5EF4-FFF2-40B4-BE49-F238E27FC236}">
                      <a16:creationId xmlns:a16="http://schemas.microsoft.com/office/drawing/2014/main" id="{72BCD5E1-A74F-1BA9-45A4-7A54F50912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8936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線コネクタ 68">
                  <a:extLst>
                    <a:ext uri="{FF2B5EF4-FFF2-40B4-BE49-F238E27FC236}">
                      <a16:creationId xmlns:a16="http://schemas.microsoft.com/office/drawing/2014/main" id="{75A14B13-C4C7-DDE3-2137-A805DE6FDB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80150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線コネクタ 69">
                  <a:extLst>
                    <a:ext uri="{FF2B5EF4-FFF2-40B4-BE49-F238E27FC236}">
                      <a16:creationId xmlns:a16="http://schemas.microsoft.com/office/drawing/2014/main" id="{78C6CB38-6200-B465-9A97-7E86E5D25B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38428" y="5826429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線コネクタ 70">
                  <a:extLst>
                    <a:ext uri="{FF2B5EF4-FFF2-40B4-BE49-F238E27FC236}">
                      <a16:creationId xmlns:a16="http://schemas.microsoft.com/office/drawing/2014/main" id="{3BEC9CAD-F2A4-5418-67F0-8A2925EF9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41015" y="5827954"/>
                  <a:ext cx="41653" cy="959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線コネクタ 71">
                  <a:extLst>
                    <a:ext uri="{FF2B5EF4-FFF2-40B4-BE49-F238E27FC236}">
                      <a16:creationId xmlns:a16="http://schemas.microsoft.com/office/drawing/2014/main" id="{7B557782-45B3-CEC7-BF81-867AA5B2B042}"/>
                    </a:ext>
                  </a:extLst>
                </p:cNvPr>
                <p:cNvCxnSpPr/>
                <p:nvPr/>
              </p:nvCxnSpPr>
              <p:spPr>
                <a:xfrm>
                  <a:off x="4739801" y="5836195"/>
                  <a:ext cx="2402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線コネクタ 72">
                  <a:extLst>
                    <a:ext uri="{FF2B5EF4-FFF2-40B4-BE49-F238E27FC236}">
                      <a16:creationId xmlns:a16="http://schemas.microsoft.com/office/drawing/2014/main" id="{866BA810-62D2-DF39-7DE7-93DAA52F9231}"/>
                    </a:ext>
                  </a:extLst>
                </p:cNvPr>
                <p:cNvCxnSpPr/>
                <p:nvPr/>
              </p:nvCxnSpPr>
              <p:spPr>
                <a:xfrm>
                  <a:off x="4739801" y="5921854"/>
                  <a:ext cx="2402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線コネクタ 73">
                  <a:extLst>
                    <a:ext uri="{FF2B5EF4-FFF2-40B4-BE49-F238E27FC236}">
                      <a16:creationId xmlns:a16="http://schemas.microsoft.com/office/drawing/2014/main" id="{C060320A-A078-423B-33DD-7422B06CDF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59941" y="5498697"/>
                  <a:ext cx="0" cy="32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線コネクタ 74">
                  <a:extLst>
                    <a:ext uri="{FF2B5EF4-FFF2-40B4-BE49-F238E27FC236}">
                      <a16:creationId xmlns:a16="http://schemas.microsoft.com/office/drawing/2014/main" id="{F89EB5C4-C243-F4F9-61BA-1D49947C9C8A}"/>
                    </a:ext>
                  </a:extLst>
                </p:cNvPr>
                <p:cNvCxnSpPr/>
                <p:nvPr/>
              </p:nvCxnSpPr>
              <p:spPr>
                <a:xfrm>
                  <a:off x="4859941" y="5921853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5A6019CD-562C-3FDC-0677-BD3473E9493A}"/>
                  </a:ext>
                </a:extLst>
              </p:cNvPr>
              <p:cNvSpPr txBox="1"/>
              <p:nvPr/>
            </p:nvSpPr>
            <p:spPr>
              <a:xfrm>
                <a:off x="4685834" y="5622800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ja-JP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＋</a:t>
                </a:r>
              </a:p>
            </p:txBody>
          </p:sp>
        </p:grpSp>
        <p:grpSp>
          <p:nvGrpSpPr>
            <p:cNvPr id="53" name="グループ化 52">
              <a:extLst>
                <a:ext uri="{FF2B5EF4-FFF2-40B4-BE49-F238E27FC236}">
                  <a16:creationId xmlns:a16="http://schemas.microsoft.com/office/drawing/2014/main" id="{E01C4309-5EB6-573C-F883-887863852C1E}"/>
                </a:ext>
              </a:extLst>
            </p:cNvPr>
            <p:cNvGrpSpPr/>
            <p:nvPr/>
          </p:nvGrpSpPr>
          <p:grpSpPr>
            <a:xfrm>
              <a:off x="10662791" y="740431"/>
              <a:ext cx="240280" cy="608651"/>
              <a:chOff x="4739801" y="5493202"/>
              <a:chExt cx="240280" cy="608651"/>
            </a:xfrm>
          </p:grpSpPr>
          <p:cxnSp>
            <p:nvCxnSpPr>
              <p:cNvPr id="62" name="直線コネクタ 61">
                <a:extLst>
                  <a:ext uri="{FF2B5EF4-FFF2-40B4-BE49-F238E27FC236}">
                    <a16:creationId xmlns:a16="http://schemas.microsoft.com/office/drawing/2014/main" id="{17F890A4-2390-528F-2920-90BCCE316350}"/>
                  </a:ext>
                </a:extLst>
              </p:cNvPr>
              <p:cNvCxnSpPr/>
              <p:nvPr/>
            </p:nvCxnSpPr>
            <p:spPr>
              <a:xfrm>
                <a:off x="4739801" y="5823495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線コネクタ 62">
                <a:extLst>
                  <a:ext uri="{FF2B5EF4-FFF2-40B4-BE49-F238E27FC236}">
                    <a16:creationId xmlns:a16="http://schemas.microsoft.com/office/drawing/2014/main" id="{49C547F3-84CB-E893-25AC-015C069C4E01}"/>
                  </a:ext>
                </a:extLst>
              </p:cNvPr>
              <p:cNvCxnSpPr/>
              <p:nvPr/>
            </p:nvCxnSpPr>
            <p:spPr>
              <a:xfrm>
                <a:off x="4739801" y="5921854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線コネクタ 63">
                <a:extLst>
                  <a:ext uri="{FF2B5EF4-FFF2-40B4-BE49-F238E27FC236}">
                    <a16:creationId xmlns:a16="http://schemas.microsoft.com/office/drawing/2014/main" id="{E63E0812-5607-EC36-48DF-530506BE67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59941" y="5493202"/>
                <a:ext cx="0" cy="324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線コネクタ 64">
                <a:extLst>
                  <a:ext uri="{FF2B5EF4-FFF2-40B4-BE49-F238E27FC236}">
                    <a16:creationId xmlns:a16="http://schemas.microsoft.com/office/drawing/2014/main" id="{F4D1C011-CE13-8EDE-E106-81B5DAB0F6B7}"/>
                  </a:ext>
                </a:extLst>
              </p:cNvPr>
              <p:cNvCxnSpPr/>
              <p:nvPr/>
            </p:nvCxnSpPr>
            <p:spPr>
              <a:xfrm>
                <a:off x="4859941" y="5921853"/>
                <a:ext cx="0" cy="18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0CDE8A70-E083-8C20-2563-02E5AB53D987}"/>
                </a:ext>
              </a:extLst>
            </p:cNvPr>
            <p:cNvGrpSpPr/>
            <p:nvPr/>
          </p:nvGrpSpPr>
          <p:grpSpPr>
            <a:xfrm>
              <a:off x="11045174" y="1336664"/>
              <a:ext cx="255041" cy="97491"/>
              <a:chOff x="4825727" y="3457752"/>
              <a:chExt cx="255041" cy="97491"/>
            </a:xfrm>
          </p:grpSpPr>
          <p:cxnSp>
            <p:nvCxnSpPr>
              <p:cNvPr id="57" name="直線コネクタ 56">
                <a:extLst>
                  <a:ext uri="{FF2B5EF4-FFF2-40B4-BE49-F238E27FC236}">
                    <a16:creationId xmlns:a16="http://schemas.microsoft.com/office/drawing/2014/main" id="{90D5251D-2F0D-B3A6-4AD7-63BCB838DE2F}"/>
                  </a:ext>
                </a:extLst>
              </p:cNvPr>
              <p:cNvCxnSpPr/>
              <p:nvPr/>
            </p:nvCxnSpPr>
            <p:spPr>
              <a:xfrm>
                <a:off x="4840488" y="3457752"/>
                <a:ext cx="240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コネクタ 57">
                <a:extLst>
                  <a:ext uri="{FF2B5EF4-FFF2-40B4-BE49-F238E27FC236}">
                    <a16:creationId xmlns:a16="http://schemas.microsoft.com/office/drawing/2014/main" id="{E034966F-5A8E-80B8-9232-E5E8ABCFDB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3648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コネクタ 58">
                <a:extLst>
                  <a:ext uri="{FF2B5EF4-FFF2-40B4-BE49-F238E27FC236}">
                    <a16:creationId xmlns:a16="http://schemas.microsoft.com/office/drawing/2014/main" id="{EE0AB491-267F-FF1C-3025-DE30EAEE77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4862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線コネクタ 59">
                <a:extLst>
                  <a:ext uri="{FF2B5EF4-FFF2-40B4-BE49-F238E27FC236}">
                    <a16:creationId xmlns:a16="http://schemas.microsoft.com/office/drawing/2014/main" id="{4F5C4451-609F-3568-9337-E70FE2DF08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3140" y="3457752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コネクタ 60">
                <a:extLst>
                  <a:ext uri="{FF2B5EF4-FFF2-40B4-BE49-F238E27FC236}">
                    <a16:creationId xmlns:a16="http://schemas.microsoft.com/office/drawing/2014/main" id="{4C9ED3C3-7B56-28D7-1B2B-24AAC1708E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5727" y="3459277"/>
                <a:ext cx="41653" cy="959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6EEBAF0D-24E3-DF73-6A24-ECF4EA50A63F}"/>
                </a:ext>
              </a:extLst>
            </p:cNvPr>
            <p:cNvSpPr txBox="1"/>
            <p:nvPr/>
          </p:nvSpPr>
          <p:spPr>
            <a:xfrm>
              <a:off x="10378208" y="990877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latin typeface="Arial" panose="020B0604020202020204" pitchFamily="34" charset="0"/>
                  <a:cs typeface="Arial" panose="020B0604020202020204" pitchFamily="34" charset="0"/>
                </a:rPr>
                <a:t>0.1</a:t>
              </a:r>
              <a:endParaRPr kumimoji="1" lang="ja-JP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円/楕円 55">
              <a:extLst>
                <a:ext uri="{FF2B5EF4-FFF2-40B4-BE49-F238E27FC236}">
                  <a16:creationId xmlns:a16="http://schemas.microsoft.com/office/drawing/2014/main" id="{64BF6B05-87D4-3561-C09A-EEAAD2153C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41319" y="704668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13244EB3-0614-B30E-4723-2FF9DC5C4FEA}"/>
              </a:ext>
            </a:extLst>
          </p:cNvPr>
          <p:cNvSpPr txBox="1"/>
          <p:nvPr/>
        </p:nvSpPr>
        <p:spPr>
          <a:xfrm>
            <a:off x="424492" y="230634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AF AMP</a:t>
            </a:r>
            <a:r>
              <a:rPr kumimoji="1" lang="ja-JP" altLang="en-US"/>
              <a:t>参考例</a:t>
            </a:r>
          </a:p>
        </p:txBody>
      </p:sp>
    </p:spTree>
    <p:extLst>
      <p:ext uri="{BB962C8B-B14F-4D97-AF65-F5344CB8AC3E}">
        <p14:creationId xmlns:p14="http://schemas.microsoft.com/office/powerpoint/2010/main" val="220727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6AC5467-8C8E-4E30-7DAA-C9D91C256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19163"/>
            <a:ext cx="7772400" cy="501967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BFCACF-188A-1C7C-793B-FE441D94392D}"/>
              </a:ext>
            </a:extLst>
          </p:cNvPr>
          <p:cNvSpPr txBox="1"/>
          <p:nvPr/>
        </p:nvSpPr>
        <p:spPr>
          <a:xfrm>
            <a:off x="424492" y="230634"/>
            <a:ext cx="394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Raspberry Pi Pico 2 </a:t>
            </a:r>
            <a:r>
              <a:rPr lang="ja-JP" altLang="en-US"/>
              <a:t>ピンレイアウト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28825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B7325AD-C86F-954E-2A4A-0531B917F8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483" b="33575"/>
          <a:stretch>
            <a:fillRect/>
          </a:stretch>
        </p:blipFill>
        <p:spPr>
          <a:xfrm>
            <a:off x="2724912" y="0"/>
            <a:ext cx="7483366" cy="685372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40CCD76-F385-B803-AC1B-53F571966583}"/>
              </a:ext>
            </a:extLst>
          </p:cNvPr>
          <p:cNvSpPr txBox="1"/>
          <p:nvPr/>
        </p:nvSpPr>
        <p:spPr>
          <a:xfrm>
            <a:off x="424492" y="230634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2.8</a:t>
            </a:r>
            <a:r>
              <a:rPr kumimoji="1" lang="ja-JP" altLang="en-US"/>
              <a:t>インチ </a:t>
            </a:r>
            <a:r>
              <a:rPr kumimoji="1" lang="en-US" altLang="ja-JP" dirty="0"/>
              <a:t>TFT</a:t>
            </a:r>
            <a:r>
              <a:rPr kumimoji="1" lang="ja-JP" altLang="en-US"/>
              <a:t>概要</a:t>
            </a:r>
          </a:p>
        </p:txBody>
      </p:sp>
    </p:spTree>
    <p:extLst>
      <p:ext uri="{BB962C8B-B14F-4D97-AF65-F5344CB8AC3E}">
        <p14:creationId xmlns:p14="http://schemas.microsoft.com/office/powerpoint/2010/main" val="1328059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2244</TotalTime>
  <Words>239</Words>
  <Application>Microsoft Macintosh PowerPoint</Application>
  <PresentationFormat>ワイド画面</PresentationFormat>
  <Paragraphs>166</Paragraphs>
  <Slides>6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IBM Plex Sans JP Text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 Shibuya</dc:creator>
  <cp:lastModifiedBy>S. Shibuya</cp:lastModifiedBy>
  <cp:revision>17</cp:revision>
  <cp:lastPrinted>2026-07-23T02:35:53Z</cp:lastPrinted>
  <dcterms:created xsi:type="dcterms:W3CDTF">2026-07-14T08:58:22Z</dcterms:created>
  <dcterms:modified xsi:type="dcterms:W3CDTF">2026-08-11T12:04:00Z</dcterms:modified>
</cp:coreProperties>
</file>